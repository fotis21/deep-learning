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slideLayouts/slideLayout9.xml" ContentType="application/vnd.openxmlformats-officedocument.presentationml.slideLayout+xml"/>
  <Override PartName="/ppt/slideLayouts/slideLayout13.xml" ContentType="application/vnd.openxmlformats-officedocument.presentationml.slideLayout+xml"/>
  <Override PartName="/ppt/slideLayouts/slideLayout8.xml" ContentType="application/vnd.openxmlformats-officedocument.presentationml.slideLayout+xml"/>
  <Override PartName="/ppt/slideLayouts/slideLayout12.xml" ContentType="application/vnd.openxmlformats-officedocument.presentationml.slideLayout+xml"/>
  <Override PartName="/ppt/slideLayouts/slideLayout17.xml" ContentType="application/vnd.openxmlformats-officedocument.presentationml.slideLayout+xml"/>
  <Override PartName="/ppt/slideLayouts/slideLayout1.xml" ContentType="application/vnd.openxmlformats-officedocument.presentationml.slideLayout+xml"/>
  <Override PartName="/ppt/slideLayouts/slideLayout16.xml" ContentType="application/vnd.openxmlformats-officedocument.presentationml.slideLayout+xml"/>
  <Override PartName="/ppt/slideLayouts/slideLayout14.xml" ContentType="application/vnd.openxmlformats-officedocument.presentationml.slideLayout+xml"/>
  <Override PartName="/ppt/slideLayouts/slideLayout10.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3.xml" ContentType="application/vnd.openxmlformats-officedocument.presentationml.slideLayout+xml"/>
  <Override PartName="/ppt/slideLayouts/slideLayout6.xml" ContentType="application/vnd.openxmlformats-officedocument.presentationml.slideLayout+xml"/>
  <Override PartName="/ppt/slideLayouts/slideLayout11.xml" ContentType="application/vnd.openxmlformats-officedocument.presentationml.slideLayout+xml"/>
  <Override PartName="/ppt/slideLayouts/slideLayout7.xml" ContentType="application/vnd.openxmlformats-officedocument.presentationml.slideLayout+xml"/>
  <Override PartName="/ppt/slides/slide14.xml" ContentType="application/vnd.openxmlformats-officedocument.presentationml.slide+xml"/>
  <Override PartName="/ppt/slides/slide6.xml" ContentType="application/vnd.openxmlformats-officedocument.presentationml.slide+xml"/>
  <Override PartName="/ppt/slides/slide12.xml" ContentType="application/vnd.openxmlformats-officedocument.presentationml.slide+xml"/>
  <Override PartName="/ppt/slides/slide1.xml" ContentType="application/vnd.openxmlformats-officedocument.presentationml.slide+xml"/>
  <Override PartName="/ppt/slides/slide3.xml" ContentType="application/vnd.openxmlformats-officedocument.presentationml.slide+xml"/>
  <Override PartName="/ppt/slides/slide5.xml" ContentType="application/vnd.openxmlformats-officedocument.presentationml.slide+xml"/>
  <Override PartName="/ppt/slides/slide2.xml" ContentType="application/vnd.openxmlformats-officedocument.presentationml.slide+xml"/>
  <Override PartName="/ppt/slides/slide7.xml" ContentType="application/vnd.openxmlformats-officedocument.presentationml.slide+xml"/>
  <Override PartName="/ppt/slides/slide11.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13.xml" ContentType="application/vnd.openxmlformats-officedocument.presentationml.slide+xml"/>
  <Override PartName="/ppt/slides/slide4.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Lst>
  <p:sldSz cx="12192000" cy="6858000"/>
  <p:notesSz cx="7559675" cy="10691813"/>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bg>
      <p:bgPr>
        <a:gradFill rotWithShape="0">
          <a:gsLst>
            <a:gs pos="0">
              <a:srgbClr val="ffffff"/>
            </a:gs>
            <a:gs pos="100000">
              <a:srgbClr val="dfe7c4"/>
            </a:gs>
          </a:gsLst>
          <a:path path="circle">
            <a:fillToRect l="25000" t="25000" r="75000" b="75000"/>
          </a:path>
        </a:gradFill>
      </p:bgPr>
    </p:bg>
    <p:spTree>
      <p:nvGrpSpPr>
        <p:cNvPr id="1" name=""/>
        <p:cNvGrpSpPr/>
        <p:nvPr/>
      </p:nvGrpSpPr>
      <p:grpSpPr>
        <a:xfrm>
          <a:off x="0" y="0"/>
          <a:ext cx="0" cy="0"/>
          <a:chOff x="0" y="0"/>
          <a:chExt cx="0" cy="0"/>
        </a:xfrm>
      </p:grpSpPr>
      <p:grpSp>
        <p:nvGrpSpPr>
          <p:cNvPr id="2" name="Group 22"/>
          <p:cNvGrpSpPr/>
          <p:nvPr/>
        </p:nvGrpSpPr>
        <p:grpSpPr>
          <a:xfrm>
            <a:off x="0" y="228600"/>
            <a:ext cx="2850120" cy="6637320"/>
            <a:chOff x="0" y="228600"/>
            <a:chExt cx="2850120" cy="6637320"/>
          </a:xfrm>
        </p:grpSpPr>
        <p:sp>
          <p:nvSpPr>
            <p:cNvPr id="3" name="Freeform 11"/>
            <p:cNvSpPr/>
            <p:nvPr/>
          </p:nvSpPr>
          <p:spPr>
            <a:xfrm>
              <a:off x="0" y="2575080"/>
              <a:ext cx="99360" cy="624600"/>
            </a:xfrm>
            <a:custGeom>
              <a:avLst/>
              <a:gdLst>
                <a:gd name="textAreaLeft" fmla="*/ 0 w 99360"/>
                <a:gd name="textAreaRight" fmla="*/ 100800 w 99360"/>
                <a:gd name="textAreaTop" fmla="*/ 0 h 624600"/>
                <a:gd name="textAreaBottom" fmla="*/ 626040 h 624600"/>
              </a:gdLst>
              <a:ahLst/>
              <a:cxnLst/>
              <a:rect l="textAreaLeft" t="textAreaTop" r="textAreaRight" b="textAreaBottom"/>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4" name="Freeform 12"/>
            <p:cNvSpPr/>
            <p:nvPr/>
          </p:nvSpPr>
          <p:spPr>
            <a:xfrm>
              <a:off x="128520" y="3156480"/>
              <a:ext cx="645120" cy="2320920"/>
            </a:xfrm>
            <a:custGeom>
              <a:avLst/>
              <a:gdLst>
                <a:gd name="textAreaLeft" fmla="*/ 0 w 645120"/>
                <a:gd name="textAreaRight" fmla="*/ 646560 w 645120"/>
                <a:gd name="textAreaTop" fmla="*/ 0 h 2320920"/>
                <a:gd name="textAreaBottom" fmla="*/ 2322360 h 2320920"/>
              </a:gdLst>
              <a:ahLst/>
              <a:cxnLst/>
              <a:rect l="textAreaLeft" t="textAreaTop" r="textAreaRight" b="textAreaBottom"/>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5" name="Freeform 13"/>
            <p:cNvSpPr/>
            <p:nvPr/>
          </p:nvSpPr>
          <p:spPr>
            <a:xfrm>
              <a:off x="807120" y="5447160"/>
              <a:ext cx="608040" cy="1418760"/>
            </a:xfrm>
            <a:custGeom>
              <a:avLst/>
              <a:gdLst>
                <a:gd name="textAreaLeft" fmla="*/ 0 w 608040"/>
                <a:gd name="textAreaRight" fmla="*/ 609480 w 608040"/>
                <a:gd name="textAreaTop" fmla="*/ 0 h 1418760"/>
                <a:gd name="textAreaBottom" fmla="*/ 1420200 h 1418760"/>
              </a:gdLst>
              <a:ahLst/>
              <a:cxnLst/>
              <a:rect l="textAreaLeft" t="textAreaTop" r="textAreaRight" b="textAreaBottom"/>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6" name="Freeform 14"/>
            <p:cNvSpPr/>
            <p:nvPr/>
          </p:nvSpPr>
          <p:spPr>
            <a:xfrm>
              <a:off x="959760" y="6503760"/>
              <a:ext cx="169920" cy="362160"/>
            </a:xfrm>
            <a:custGeom>
              <a:avLst/>
              <a:gdLst>
                <a:gd name="textAreaLeft" fmla="*/ 0 w 169920"/>
                <a:gd name="textAreaRight" fmla="*/ 171360 w 169920"/>
                <a:gd name="textAreaTop" fmla="*/ 0 h 362160"/>
                <a:gd name="textAreaBottom" fmla="*/ 363600 h 362160"/>
              </a:gdLst>
              <a:ahLst/>
              <a:cxnLst/>
              <a:rect l="textAreaLeft" t="textAreaTop" r="textAreaRight" b="textAreaBottom"/>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7" name="Freeform 15"/>
            <p:cNvSpPr/>
            <p:nvPr/>
          </p:nvSpPr>
          <p:spPr>
            <a:xfrm>
              <a:off x="100800" y="3201120"/>
              <a:ext cx="820440" cy="3327120"/>
            </a:xfrm>
            <a:custGeom>
              <a:avLst/>
              <a:gdLst>
                <a:gd name="textAreaLeft" fmla="*/ 0 w 820440"/>
                <a:gd name="textAreaRight" fmla="*/ 821880 w 820440"/>
                <a:gd name="textAreaTop" fmla="*/ 0 h 3327120"/>
                <a:gd name="textAreaBottom" fmla="*/ 3328560 h 3327120"/>
              </a:gdLst>
              <a:ahLst/>
              <a:cxnLst/>
              <a:rect l="textAreaLeft" t="textAreaTop" r="textAreaRight" b="textAreaBottom"/>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8" name="Freeform 16"/>
            <p:cNvSpPr/>
            <p:nvPr/>
          </p:nvSpPr>
          <p:spPr>
            <a:xfrm>
              <a:off x="22320" y="228600"/>
              <a:ext cx="104760" cy="2926440"/>
            </a:xfrm>
            <a:custGeom>
              <a:avLst/>
              <a:gdLst>
                <a:gd name="textAreaLeft" fmla="*/ 0 w 104760"/>
                <a:gd name="textAreaRight" fmla="*/ 106200 w 104760"/>
                <a:gd name="textAreaTop" fmla="*/ 0 h 2926440"/>
                <a:gd name="textAreaBottom" fmla="*/ 2927880 h 2926440"/>
              </a:gdLst>
              <a:ahLst/>
              <a:cxnLst/>
              <a:rect l="textAreaLeft" t="textAreaTop" r="textAreaRight" b="textAreaBottom"/>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9" name="Freeform 17"/>
            <p:cNvSpPr/>
            <p:nvPr/>
          </p:nvSpPr>
          <p:spPr>
            <a:xfrm>
              <a:off x="78120" y="2944080"/>
              <a:ext cx="76680" cy="492480"/>
            </a:xfrm>
            <a:custGeom>
              <a:avLst/>
              <a:gdLst>
                <a:gd name="textAreaLeft" fmla="*/ 0 w 76680"/>
                <a:gd name="textAreaRight" fmla="*/ 78120 w 76680"/>
                <a:gd name="textAreaTop" fmla="*/ 0 h 492480"/>
                <a:gd name="textAreaBottom" fmla="*/ 493920 h 492480"/>
              </a:gdLst>
              <a:ahLst/>
              <a:cxnLst/>
              <a:rect l="textAreaLeft" t="textAreaTop" r="textAreaRight" b="textAreaBottom"/>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10" name="Freeform 18"/>
            <p:cNvSpPr/>
            <p:nvPr/>
          </p:nvSpPr>
          <p:spPr>
            <a:xfrm>
              <a:off x="769680" y="5478840"/>
              <a:ext cx="188640" cy="1023480"/>
            </a:xfrm>
            <a:custGeom>
              <a:avLst/>
              <a:gdLst>
                <a:gd name="textAreaLeft" fmla="*/ 0 w 188640"/>
                <a:gd name="textAreaRight" fmla="*/ 190080 w 188640"/>
                <a:gd name="textAreaTop" fmla="*/ 0 h 1023480"/>
                <a:gd name="textAreaBottom" fmla="*/ 1024920 h 1023480"/>
              </a:gdLst>
              <a:ahLst/>
              <a:cxnLst/>
              <a:rect l="textAreaLeft" t="textAreaTop" r="textAreaRight" b="textAreaBottom"/>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11" name="Freeform 19"/>
            <p:cNvSpPr/>
            <p:nvPr/>
          </p:nvSpPr>
          <p:spPr>
            <a:xfrm>
              <a:off x="775440" y="1398960"/>
              <a:ext cx="2074680" cy="4046760"/>
            </a:xfrm>
            <a:custGeom>
              <a:avLst/>
              <a:gdLst>
                <a:gd name="textAreaLeft" fmla="*/ 0 w 2074680"/>
                <a:gd name="textAreaRight" fmla="*/ 2076120 w 2074680"/>
                <a:gd name="textAreaTop" fmla="*/ 0 h 4046760"/>
                <a:gd name="textAreaBottom" fmla="*/ 4048200 h 4046760"/>
              </a:gdLst>
              <a:ahLst/>
              <a:cxnLst/>
              <a:rect l="textAreaLeft" t="textAreaTop" r="textAreaRight" b="textAreaBottom"/>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12" name="Freeform 20"/>
            <p:cNvSpPr/>
            <p:nvPr/>
          </p:nvSpPr>
          <p:spPr>
            <a:xfrm>
              <a:off x="922680" y="6530040"/>
              <a:ext cx="160560" cy="335880"/>
            </a:xfrm>
            <a:custGeom>
              <a:avLst/>
              <a:gdLst>
                <a:gd name="textAreaLeft" fmla="*/ 0 w 160560"/>
                <a:gd name="textAreaRight" fmla="*/ 162000 w 160560"/>
                <a:gd name="textAreaTop" fmla="*/ 0 h 335880"/>
                <a:gd name="textAreaBottom" fmla="*/ 337320 h 335880"/>
              </a:gdLst>
              <a:ahLst/>
              <a:cxnLst/>
              <a:rect l="textAreaLeft" t="textAreaTop" r="textAreaRight" b="textAreaBottom"/>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13" name="Freeform 21"/>
            <p:cNvSpPr/>
            <p:nvPr/>
          </p:nvSpPr>
          <p:spPr>
            <a:xfrm>
              <a:off x="769680" y="5359320"/>
              <a:ext cx="36000" cy="220320"/>
            </a:xfrm>
            <a:custGeom>
              <a:avLst/>
              <a:gdLst>
                <a:gd name="textAreaLeft" fmla="*/ 0 w 36000"/>
                <a:gd name="textAreaRight" fmla="*/ 37440 w 36000"/>
                <a:gd name="textAreaTop" fmla="*/ 0 h 220320"/>
                <a:gd name="textAreaBottom" fmla="*/ 221760 h 220320"/>
              </a:gdLst>
              <a:ahLst/>
              <a:cxnLst/>
              <a:rect l="textAreaLeft" t="textAreaTop" r="textAreaRight" b="textAreaBottom"/>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14" name="Freeform 22"/>
            <p:cNvSpPr/>
            <p:nvPr/>
          </p:nvSpPr>
          <p:spPr>
            <a:xfrm>
              <a:off x="849960" y="6244560"/>
              <a:ext cx="237240" cy="621000"/>
            </a:xfrm>
            <a:custGeom>
              <a:avLst/>
              <a:gdLst>
                <a:gd name="textAreaLeft" fmla="*/ 0 w 237240"/>
                <a:gd name="textAreaRight" fmla="*/ 238680 w 237240"/>
                <a:gd name="textAreaTop" fmla="*/ 0 h 621000"/>
                <a:gd name="textAreaBottom" fmla="*/ 622440 h 621000"/>
              </a:gdLst>
              <a:ahLst/>
              <a:cxnLst/>
              <a:rect l="textAreaLeft" t="textAreaTop" r="textAreaRight" b="textAreaBottom"/>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grpSp>
      <p:grpSp>
        <p:nvGrpSpPr>
          <p:cNvPr id="15" name="Group 9"/>
          <p:cNvGrpSpPr/>
          <p:nvPr/>
        </p:nvGrpSpPr>
        <p:grpSpPr>
          <a:xfrm>
            <a:off x="27360" y="-720"/>
            <a:ext cx="2355120" cy="6852600"/>
            <a:chOff x="27360" y="-720"/>
            <a:chExt cx="2355120" cy="6852600"/>
          </a:xfrm>
        </p:grpSpPr>
        <p:sp>
          <p:nvSpPr>
            <p:cNvPr id="16" name="Freeform 27"/>
            <p:cNvSpPr/>
            <p:nvPr/>
          </p:nvSpPr>
          <p:spPr>
            <a:xfrm>
              <a:off x="27360" y="-720"/>
              <a:ext cx="492840" cy="4399560"/>
            </a:xfrm>
            <a:custGeom>
              <a:avLst/>
              <a:gdLst>
                <a:gd name="textAreaLeft" fmla="*/ 0 w 492840"/>
                <a:gd name="textAreaRight" fmla="*/ 494280 w 492840"/>
                <a:gd name="textAreaTop" fmla="*/ 0 h 4399560"/>
                <a:gd name="textAreaBottom" fmla="*/ 4401000 h 4399560"/>
              </a:gdLst>
              <a:ahLst/>
              <a:cxnLst/>
              <a:rect l="textAreaLeft" t="textAreaTop" r="textAreaRight" b="textAreaBottom"/>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17" name="Freeform 28"/>
            <p:cNvSpPr/>
            <p:nvPr/>
          </p:nvSpPr>
          <p:spPr>
            <a:xfrm>
              <a:off x="550440" y="4316400"/>
              <a:ext cx="421920" cy="1579320"/>
            </a:xfrm>
            <a:custGeom>
              <a:avLst/>
              <a:gdLst>
                <a:gd name="textAreaLeft" fmla="*/ 0 w 421920"/>
                <a:gd name="textAreaRight" fmla="*/ 423360 w 421920"/>
                <a:gd name="textAreaTop" fmla="*/ 0 h 1579320"/>
                <a:gd name="textAreaBottom" fmla="*/ 1580760 h 1579320"/>
              </a:gdLst>
              <a:ahLst/>
              <a:cxnLst/>
              <a:rect l="textAreaLeft" t="textAreaTop" r="textAreaRight" b="textAreaBottom"/>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18" name="Freeform 29"/>
            <p:cNvSpPr/>
            <p:nvPr/>
          </p:nvSpPr>
          <p:spPr>
            <a:xfrm>
              <a:off x="1006200" y="5862600"/>
              <a:ext cx="429480" cy="989280"/>
            </a:xfrm>
            <a:custGeom>
              <a:avLst/>
              <a:gdLst>
                <a:gd name="textAreaLeft" fmla="*/ 0 w 429480"/>
                <a:gd name="textAreaRight" fmla="*/ 430920 w 429480"/>
                <a:gd name="textAreaTop" fmla="*/ 0 h 989280"/>
                <a:gd name="textAreaBottom" fmla="*/ 990720 h 989280"/>
              </a:gdLst>
              <a:ahLst/>
              <a:cxnLst/>
              <a:rect l="textAreaLeft" t="textAreaTop" r="textAreaRight" b="textAreaBottom"/>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19" name="Freeform 30"/>
            <p:cNvSpPr/>
            <p:nvPr/>
          </p:nvSpPr>
          <p:spPr>
            <a:xfrm>
              <a:off x="521640" y="4364280"/>
              <a:ext cx="550440" cy="2234520"/>
            </a:xfrm>
            <a:custGeom>
              <a:avLst/>
              <a:gdLst>
                <a:gd name="textAreaLeft" fmla="*/ 0 w 550440"/>
                <a:gd name="textAreaRight" fmla="*/ 551880 w 550440"/>
                <a:gd name="textAreaTop" fmla="*/ 0 h 2234520"/>
                <a:gd name="textAreaBottom" fmla="*/ 2235960 h 2234520"/>
              </a:gdLst>
              <a:ahLst/>
              <a:cxnLst/>
              <a:rect l="textAreaLeft" t="textAreaTop" r="textAreaRight" b="textAreaBottom"/>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20" name="Freeform 31"/>
            <p:cNvSpPr/>
            <p:nvPr/>
          </p:nvSpPr>
          <p:spPr>
            <a:xfrm>
              <a:off x="468000" y="1289160"/>
              <a:ext cx="172800" cy="3025800"/>
            </a:xfrm>
            <a:custGeom>
              <a:avLst/>
              <a:gdLst>
                <a:gd name="textAreaLeft" fmla="*/ 0 w 172800"/>
                <a:gd name="textAreaRight" fmla="*/ 174240 w 172800"/>
                <a:gd name="textAreaTop" fmla="*/ 0 h 3025800"/>
                <a:gd name="textAreaBottom" fmla="*/ 3027240 h 3025800"/>
              </a:gdLst>
              <a:ahLst/>
              <a:cxnLst/>
              <a:rect l="textAreaLeft" t="textAreaTop" r="textAreaRight" b="textAreaBottom"/>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21" name="Freeform 32"/>
            <p:cNvSpPr/>
            <p:nvPr/>
          </p:nvSpPr>
          <p:spPr>
            <a:xfrm>
              <a:off x="1111680" y="6571440"/>
              <a:ext cx="132840" cy="280080"/>
            </a:xfrm>
            <a:custGeom>
              <a:avLst/>
              <a:gdLst>
                <a:gd name="textAreaLeft" fmla="*/ 0 w 132840"/>
                <a:gd name="textAreaRight" fmla="*/ 134280 w 132840"/>
                <a:gd name="textAreaTop" fmla="*/ 0 h 280080"/>
                <a:gd name="textAreaBottom" fmla="*/ 281520 h 280080"/>
              </a:gdLst>
              <a:ahLst/>
              <a:cxnLst/>
              <a:rect l="textAreaLeft" t="textAreaTop" r="textAreaRight" b="textAreaBottom"/>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22" name="Freeform 33"/>
            <p:cNvSpPr/>
            <p:nvPr/>
          </p:nvSpPr>
          <p:spPr>
            <a:xfrm>
              <a:off x="502560" y="4107600"/>
              <a:ext cx="81000" cy="510120"/>
            </a:xfrm>
            <a:custGeom>
              <a:avLst/>
              <a:gdLst>
                <a:gd name="textAreaLeft" fmla="*/ 0 w 81000"/>
                <a:gd name="textAreaRight" fmla="*/ 82440 w 81000"/>
                <a:gd name="textAreaTop" fmla="*/ 0 h 510120"/>
                <a:gd name="textAreaBottom" fmla="*/ 511560 h 510120"/>
              </a:gdLst>
              <a:ahLst/>
              <a:cxnLst/>
              <a:rect l="textAreaLeft" t="textAreaTop" r="textAreaRight" b="textAreaBottom"/>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23" name="Freeform 34"/>
            <p:cNvSpPr/>
            <p:nvPr/>
          </p:nvSpPr>
          <p:spPr>
            <a:xfrm>
              <a:off x="973800" y="3145680"/>
              <a:ext cx="1408680" cy="2715480"/>
            </a:xfrm>
            <a:custGeom>
              <a:avLst/>
              <a:gdLst>
                <a:gd name="textAreaLeft" fmla="*/ 0 w 1408680"/>
                <a:gd name="textAreaRight" fmla="*/ 1410120 w 1408680"/>
                <a:gd name="textAreaTop" fmla="*/ 0 h 2715480"/>
                <a:gd name="textAreaBottom" fmla="*/ 2716920 h 2715480"/>
              </a:gdLst>
              <a:ahLst/>
              <a:cxnLst/>
              <a:rect l="textAreaLeft" t="textAreaTop" r="textAreaRight" b="textAreaBottom"/>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24" name="Freeform 35"/>
            <p:cNvSpPr/>
            <p:nvPr/>
          </p:nvSpPr>
          <p:spPr>
            <a:xfrm>
              <a:off x="1073520" y="6600240"/>
              <a:ext cx="119160" cy="251640"/>
            </a:xfrm>
            <a:custGeom>
              <a:avLst/>
              <a:gdLst>
                <a:gd name="textAreaLeft" fmla="*/ 0 w 119160"/>
                <a:gd name="textAreaRight" fmla="*/ 120600 w 119160"/>
                <a:gd name="textAreaTop" fmla="*/ 0 h 251640"/>
                <a:gd name="textAreaBottom" fmla="*/ 253080 h 251640"/>
              </a:gdLst>
              <a:ahLst/>
              <a:cxnLst/>
              <a:rect l="textAreaLeft" t="textAreaTop" r="textAreaRight" b="textAreaBottom"/>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25" name="Freeform 36"/>
            <p:cNvSpPr/>
            <p:nvPr/>
          </p:nvSpPr>
          <p:spPr>
            <a:xfrm>
              <a:off x="973800" y="5897160"/>
              <a:ext cx="136440" cy="672840"/>
            </a:xfrm>
            <a:custGeom>
              <a:avLst/>
              <a:gdLst>
                <a:gd name="textAreaLeft" fmla="*/ 0 w 136440"/>
                <a:gd name="textAreaRight" fmla="*/ 137880 w 136440"/>
                <a:gd name="textAreaTop" fmla="*/ 0 h 672840"/>
                <a:gd name="textAreaBottom" fmla="*/ 674280 h 672840"/>
              </a:gdLst>
              <a:ahLst/>
              <a:cxnLst/>
              <a:rect l="textAreaLeft" t="textAreaTop" r="textAreaRight" b="textAreaBottom"/>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26" name="Freeform 37"/>
            <p:cNvSpPr/>
            <p:nvPr/>
          </p:nvSpPr>
          <p:spPr>
            <a:xfrm>
              <a:off x="973800" y="5772600"/>
              <a:ext cx="36720" cy="226440"/>
            </a:xfrm>
            <a:custGeom>
              <a:avLst/>
              <a:gdLst>
                <a:gd name="textAreaLeft" fmla="*/ 0 w 36720"/>
                <a:gd name="textAreaRight" fmla="*/ 38160 w 36720"/>
                <a:gd name="textAreaTop" fmla="*/ 0 h 226440"/>
                <a:gd name="textAreaBottom" fmla="*/ 227880 h 226440"/>
              </a:gdLst>
              <a:ahLst/>
              <a:cxnLst/>
              <a:rect l="textAreaLeft" t="textAreaTop" r="textAreaRight" b="textAreaBottom"/>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27" name="Freeform 38"/>
            <p:cNvSpPr/>
            <p:nvPr/>
          </p:nvSpPr>
          <p:spPr>
            <a:xfrm>
              <a:off x="1006200" y="6322680"/>
              <a:ext cx="209160" cy="529200"/>
            </a:xfrm>
            <a:custGeom>
              <a:avLst/>
              <a:gdLst>
                <a:gd name="textAreaLeft" fmla="*/ 0 w 209160"/>
                <a:gd name="textAreaRight" fmla="*/ 210600 w 209160"/>
                <a:gd name="textAreaTop" fmla="*/ 0 h 529200"/>
                <a:gd name="textAreaBottom" fmla="*/ 530640 h 529200"/>
              </a:gdLst>
              <a:ahLst/>
              <a:cxnLst/>
              <a:rect l="textAreaLeft" t="textAreaTop" r="textAreaRight" b="textAreaBottom"/>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grpSp>
      <p:sp>
        <p:nvSpPr>
          <p:cNvPr id="28" name="Rectangle 6"/>
          <p:cNvSpPr/>
          <p:nvPr/>
        </p:nvSpPr>
        <p:spPr>
          <a:xfrm>
            <a:off x="0" y="0"/>
            <a:ext cx="181440" cy="6856560"/>
          </a:xfrm>
          <a:prstGeom prst="rect">
            <a:avLst/>
          </a:prstGeom>
          <a:solidFill>
            <a:schemeClr val="tx2"/>
          </a:solidFill>
          <a:ln>
            <a:noFill/>
          </a:ln>
          <a:effectLst>
            <a:outerShdw blurRad="38160" dir="5400000" dist="25560" rotWithShape="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29" name="PlaceHolder 1"/>
          <p:cNvSpPr>
            <a:spLocks noGrp="1"/>
          </p:cNvSpPr>
          <p:nvPr>
            <p:ph type="title"/>
          </p:nvPr>
        </p:nvSpPr>
        <p:spPr>
          <a:xfrm>
            <a:off x="9294840" y="627480"/>
            <a:ext cx="2206080" cy="5282280"/>
          </a:xfrm>
          <a:prstGeom prst="rect">
            <a:avLst/>
          </a:prstGeom>
          <a:noFill/>
          <a:ln w="0">
            <a:noFill/>
          </a:ln>
        </p:spPr>
        <p:txBody>
          <a:bodyPr lIns="91440" rIns="91440" tIns="45720" bIns="45720" anchor="ctr" vert="eaVert">
            <a:noAutofit/>
          </a:bodyPr>
          <a:p>
            <a:pPr indent="0" defTabSz="457200">
              <a:lnSpc>
                <a:spcPct val="100000"/>
              </a:lnSpc>
              <a:buNone/>
              <a:tabLst>
                <a:tab algn="l" pos="0"/>
              </a:tabLst>
            </a:pPr>
            <a:r>
              <a:rPr lang="en-US" sz="3600" b="0" u="none" strike="noStrike">
                <a:solidFill>
                  <a:schemeClr val="dk1">
                    <a:lumMod val="85000"/>
                    <a:lumOff val="15000"/>
                  </a:schemeClr>
                </a:solidFill>
                <a:effectLst/>
                <a:uFillTx/>
                <a:latin typeface="Century Gothic"/>
              </a:rPr>
              <a:t>Click to edit Master title style</a:t>
            </a:r>
            <a:endParaRPr lang="en-US" sz="3600" b="0" u="none" strike="noStrike">
              <a:solidFill>
                <a:srgbClr val="000000"/>
              </a:solidFill>
              <a:effectLst/>
              <a:uFillTx/>
              <a:latin typeface="Arial"/>
            </a:endParaRPr>
          </a:p>
        </p:txBody>
      </p:sp>
      <p:sp>
        <p:nvSpPr>
          <p:cNvPr id="30" name="PlaceHolder 2"/>
          <p:cNvSpPr>
            <a:spLocks noGrp="1"/>
          </p:cNvSpPr>
          <p:nvPr>
            <p:ph type="body"/>
          </p:nvPr>
        </p:nvSpPr>
        <p:spPr>
          <a:xfrm>
            <a:off x="2589120" y="627480"/>
            <a:ext cx="6475680" cy="5282280"/>
          </a:xfrm>
          <a:prstGeom prst="rect">
            <a:avLst/>
          </a:prstGeom>
          <a:noFill/>
          <a:ln w="0">
            <a:noFill/>
          </a:ln>
        </p:spPr>
        <p:txBody>
          <a:bodyPr lIns="91440" rIns="91440" tIns="45720" bIns="45720" anchor="t" vert="eaVert">
            <a:noAutofit/>
          </a:bodyPr>
          <a:p>
            <a:pPr marL="343080" indent="-343080" defTabSz="457200">
              <a:lnSpc>
                <a:spcPct val="100000"/>
              </a:lnSpc>
              <a:spcBef>
                <a:spcPts val="1001"/>
              </a:spcBef>
              <a:buClr>
                <a:srgbClr val="a53010"/>
              </a:buClr>
              <a:buFont typeface="Wingdings 3" charset="2"/>
              <a:buChar char=""/>
            </a:pPr>
            <a:r>
              <a:rPr lang="en-US" sz="1800" b="0" u="none" strike="noStrike">
                <a:solidFill>
                  <a:schemeClr val="dk1">
                    <a:lumMod val="75000"/>
                    <a:lumOff val="25000"/>
                  </a:schemeClr>
                </a:solidFill>
                <a:effectLst/>
                <a:uFillTx/>
                <a:latin typeface="Century Gothic"/>
              </a:rPr>
              <a:t>Click to edit Master text styles</a:t>
            </a:r>
            <a:endParaRPr lang="en-US" sz="1800" b="0" u="none" strike="noStrike">
              <a:solidFill>
                <a:srgbClr val="000000"/>
              </a:solidFill>
              <a:effectLst/>
              <a:uFillTx/>
              <a:latin typeface="Arial"/>
            </a:endParaRPr>
          </a:p>
          <a:p>
            <a:pPr marL="743040" lvl="1" indent="-285840" defTabSz="457200">
              <a:lnSpc>
                <a:spcPct val="100000"/>
              </a:lnSpc>
              <a:spcBef>
                <a:spcPts val="1001"/>
              </a:spcBef>
              <a:buClr>
                <a:srgbClr val="a53010"/>
              </a:buClr>
              <a:buFont typeface="Wingdings 3" charset="2"/>
              <a:buChar char=""/>
            </a:pPr>
            <a:r>
              <a:rPr lang="en-US" sz="1600" b="0" u="none" strike="noStrike">
                <a:solidFill>
                  <a:schemeClr val="dk1">
                    <a:lumMod val="75000"/>
                    <a:lumOff val="25000"/>
                  </a:schemeClr>
                </a:solidFill>
                <a:effectLst/>
                <a:uFillTx/>
                <a:latin typeface="Century Gothic"/>
              </a:rPr>
              <a:t>Second level</a:t>
            </a:r>
            <a:endParaRPr lang="en-US" sz="1600" b="0" u="none" strike="noStrike">
              <a:solidFill>
                <a:srgbClr val="000000"/>
              </a:solidFill>
              <a:effectLst/>
              <a:uFillTx/>
              <a:latin typeface="Arial"/>
            </a:endParaRPr>
          </a:p>
          <a:p>
            <a:pPr marL="1143000" lvl="2" indent="-228600" defTabSz="457200">
              <a:lnSpc>
                <a:spcPct val="100000"/>
              </a:lnSpc>
              <a:spcBef>
                <a:spcPts val="1001"/>
              </a:spcBef>
              <a:buClr>
                <a:srgbClr val="a53010"/>
              </a:buClr>
              <a:buFont typeface="Wingdings 3" charset="2"/>
              <a:buChar char=""/>
            </a:pPr>
            <a:r>
              <a:rPr lang="en-US" sz="1400" b="0" u="none" strike="noStrike">
                <a:solidFill>
                  <a:schemeClr val="dk1">
                    <a:lumMod val="75000"/>
                    <a:lumOff val="25000"/>
                  </a:schemeClr>
                </a:solidFill>
                <a:effectLst/>
                <a:uFillTx/>
                <a:latin typeface="Century Gothic"/>
              </a:rPr>
              <a:t>Third level</a:t>
            </a:r>
            <a:endParaRPr lang="en-US" sz="1400" b="0" u="none" strike="noStrike">
              <a:solidFill>
                <a:srgbClr val="000000"/>
              </a:solidFill>
              <a:effectLst/>
              <a:uFillTx/>
              <a:latin typeface="Arial"/>
            </a:endParaRPr>
          </a:p>
          <a:p>
            <a:pPr marL="1600200" lvl="3" indent="-228600" defTabSz="457200">
              <a:lnSpc>
                <a:spcPct val="100000"/>
              </a:lnSpc>
              <a:spcBef>
                <a:spcPts val="1001"/>
              </a:spcBef>
              <a:buClr>
                <a:srgbClr val="a53010"/>
              </a:buClr>
              <a:buFont typeface="Wingdings 3" charset="2"/>
              <a:buChar char=""/>
            </a:pPr>
            <a:r>
              <a:rPr lang="en-US" sz="1200" b="0" u="none" strike="noStrike">
                <a:solidFill>
                  <a:schemeClr val="dk1">
                    <a:lumMod val="75000"/>
                    <a:lumOff val="25000"/>
                  </a:schemeClr>
                </a:solidFill>
                <a:effectLst/>
                <a:uFillTx/>
                <a:latin typeface="Century Gothic"/>
              </a:rPr>
              <a:t>Fourth level</a:t>
            </a:r>
            <a:endParaRPr lang="en-US" sz="1200" b="0" u="none" strike="noStrike">
              <a:solidFill>
                <a:srgbClr val="000000"/>
              </a:solidFill>
              <a:effectLst/>
              <a:uFillTx/>
              <a:latin typeface="Arial"/>
            </a:endParaRPr>
          </a:p>
          <a:p>
            <a:pPr marL="2057400" lvl="4" indent="-228600" defTabSz="457200">
              <a:lnSpc>
                <a:spcPct val="100000"/>
              </a:lnSpc>
              <a:spcBef>
                <a:spcPts val="1001"/>
              </a:spcBef>
              <a:buClr>
                <a:srgbClr val="a53010"/>
              </a:buClr>
              <a:buFont typeface="Wingdings 3" charset="2"/>
              <a:buChar char=""/>
            </a:pPr>
            <a:r>
              <a:rPr lang="en-US" sz="1200" b="0" u="none" strike="noStrike">
                <a:solidFill>
                  <a:schemeClr val="dk1">
                    <a:lumMod val="75000"/>
                    <a:lumOff val="25000"/>
                  </a:schemeClr>
                </a:solidFill>
                <a:effectLst/>
                <a:uFillTx/>
                <a:latin typeface="Century Gothic"/>
              </a:rPr>
              <a:t>Fifth level</a:t>
            </a:r>
            <a:endParaRPr lang="en-US" sz="1200" b="0" u="none" strike="noStrike">
              <a:solidFill>
                <a:srgbClr val="000000"/>
              </a:solidFill>
              <a:effectLst/>
              <a:uFillTx/>
              <a:latin typeface="Arial"/>
            </a:endParaRPr>
          </a:p>
        </p:txBody>
      </p:sp>
      <p:sp>
        <p:nvSpPr>
          <p:cNvPr id="31" name="PlaceHolder 3"/>
          <p:cNvSpPr>
            <a:spLocks noGrp="1"/>
          </p:cNvSpPr>
          <p:nvPr>
            <p:ph type="dt" idx="1"/>
          </p:nvPr>
        </p:nvSpPr>
        <p:spPr>
          <a:xfrm>
            <a:off x="10361520" y="6130440"/>
            <a:ext cx="1144800" cy="3690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US" sz="900" b="0" u="none" strike="noStrike">
                <a:solidFill>
                  <a:schemeClr val="dk1">
                    <a:tint val="75000"/>
                  </a:schemeClr>
                </a:solidFill>
                <a:effectLst/>
                <a:uFillTx/>
                <a:latin typeface="Century Gothic"/>
              </a:defRPr>
            </a:lvl1pPr>
          </a:lstStyle>
          <a:p>
            <a:pPr indent="0" algn="r" defTabSz="457200">
              <a:lnSpc>
                <a:spcPct val="100000"/>
              </a:lnSpc>
              <a:buNone/>
              <a:tabLst>
                <a:tab algn="l" pos="0"/>
              </a:tabLst>
            </a:pPr>
            <a:r>
              <a:rPr lang="en-US" sz="900" b="0" u="none" strike="noStrike">
                <a:solidFill>
                  <a:schemeClr val="dk1">
                    <a:tint val="75000"/>
                  </a:schemeClr>
                </a:solidFill>
                <a:effectLst/>
                <a:uFillTx/>
                <a:latin typeface="Century Gothic"/>
              </a:rPr>
              <a:t>&lt;date/time&gt;</a:t>
            </a:r>
            <a:endParaRPr lang="en-US" sz="900" b="0" u="none" strike="noStrike">
              <a:solidFill>
                <a:srgbClr val="000000"/>
              </a:solidFill>
              <a:effectLst/>
              <a:uFillTx/>
              <a:latin typeface="Times New Roman"/>
            </a:endParaRPr>
          </a:p>
        </p:txBody>
      </p:sp>
      <p:sp>
        <p:nvSpPr>
          <p:cNvPr id="32" name="PlaceHolder 4"/>
          <p:cNvSpPr>
            <a:spLocks noGrp="1"/>
          </p:cNvSpPr>
          <p:nvPr>
            <p:ph type="ftr" idx="2"/>
          </p:nvPr>
        </p:nvSpPr>
        <p:spPr>
          <a:xfrm>
            <a:off x="2589120" y="6135840"/>
            <a:ext cx="7618680" cy="36360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Times New Roman"/>
              </a:defRPr>
            </a:lvl1pPr>
          </a:lstStyle>
          <a:p>
            <a:pPr indent="0" algn="ctr">
              <a:lnSpc>
                <a:spcPct val="100000"/>
              </a:lnSpc>
              <a:buNone/>
              <a:tabLst>
                <a:tab algn="l" pos="0"/>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33" name="Freeform 11"/>
          <p:cNvSpPr/>
          <p:nvPr/>
        </p:nvSpPr>
        <p:spPr>
          <a:xfrm flipV="1">
            <a:off x="-2880" y="711360"/>
            <a:ext cx="1587240" cy="505800"/>
          </a:xfrm>
          <a:custGeom>
            <a:avLst/>
            <a:gdLst>
              <a:gd name="textAreaLeft" fmla="*/ 0 w 1587240"/>
              <a:gd name="textAreaRight" fmla="*/ 1588680 w 1587240"/>
              <a:gd name="textAreaTop" fmla="*/ 720 h 505800"/>
              <a:gd name="textAreaBottom" fmla="*/ 507960 h 505800"/>
            </a:gdLst>
            <a:ahLst/>
            <a:cxnLst/>
            <a:rect l="textAreaLeft" t="textAreaTop" r="textAreaRight" b="textAreaBottom"/>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34" name="PlaceHolder 5"/>
          <p:cNvSpPr>
            <a:spLocks noGrp="1"/>
          </p:cNvSpPr>
          <p:nvPr>
            <p:ph type="sldNum" idx="3"/>
          </p:nvPr>
        </p:nvSpPr>
        <p:spPr>
          <a:xfrm>
            <a:off x="531720" y="787680"/>
            <a:ext cx="77832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US" sz="2000" b="0" u="none" strike="noStrike">
                <a:solidFill>
                  <a:srgbClr val="feffff"/>
                </a:solidFill>
                <a:effectLst/>
                <a:uFillTx/>
                <a:latin typeface="Century Gothic"/>
              </a:defRPr>
            </a:lvl1pPr>
          </a:lstStyle>
          <a:p>
            <a:pPr indent="0" algn="r" defTabSz="457200">
              <a:lnSpc>
                <a:spcPct val="100000"/>
              </a:lnSpc>
              <a:buNone/>
              <a:tabLst>
                <a:tab algn="l" pos="0"/>
              </a:tabLst>
            </a:pPr>
            <a:fld id="{491731E4-1C3D-449B-8569-4F656B7B8D62}" type="slidenum">
              <a:rPr lang="en-US" sz="2000" b="0" u="none" strike="noStrike">
                <a:solidFill>
                  <a:srgbClr val="feffff"/>
                </a:solidFill>
                <a:effectLst/>
                <a:uFillTx/>
                <a:latin typeface="Century Gothic"/>
              </a:rPr>
              <a:t>&lt;number&gt;</a:t>
            </a:fld>
            <a:endParaRPr lang="en-US" sz="2000" b="0" u="none" strike="noStrike">
              <a:solidFill>
                <a:srgbClr val="000000"/>
              </a:solidFill>
              <a:effectLst/>
              <a:uFillTx/>
              <a:latin typeface="Times New Roman"/>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and Text">
    <p:bg>
      <p:bgPr>
        <a:gradFill rotWithShape="0">
          <a:gsLst>
            <a:gs pos="0">
              <a:srgbClr val="ffffff"/>
            </a:gs>
            <a:gs pos="100000">
              <a:srgbClr val="dfe7c4"/>
            </a:gs>
          </a:gsLst>
          <a:path path="circle">
            <a:fillToRect l="25000" t="25000" r="75000" b="75000"/>
          </a:path>
        </a:gradFill>
      </p:bgPr>
    </p:bg>
    <p:spTree>
      <p:nvGrpSpPr>
        <p:cNvPr id="1" name=""/>
        <p:cNvGrpSpPr/>
        <p:nvPr/>
      </p:nvGrpSpPr>
      <p:grpSpPr>
        <a:xfrm>
          <a:off x="0" y="0"/>
          <a:ext cx="0" cy="0"/>
          <a:chOff x="0" y="0"/>
          <a:chExt cx="0" cy="0"/>
        </a:xfrm>
      </p:grpSpPr>
      <p:grpSp>
        <p:nvGrpSpPr>
          <p:cNvPr id="35" name="Group 22"/>
          <p:cNvGrpSpPr/>
          <p:nvPr/>
        </p:nvGrpSpPr>
        <p:grpSpPr>
          <a:xfrm>
            <a:off x="0" y="228600"/>
            <a:ext cx="2850120" cy="6637320"/>
            <a:chOff x="0" y="228600"/>
            <a:chExt cx="2850120" cy="6637320"/>
          </a:xfrm>
        </p:grpSpPr>
        <p:sp>
          <p:nvSpPr>
            <p:cNvPr id="36" name="Freeform 11"/>
            <p:cNvSpPr/>
            <p:nvPr/>
          </p:nvSpPr>
          <p:spPr>
            <a:xfrm>
              <a:off x="0" y="2575080"/>
              <a:ext cx="99360" cy="624600"/>
            </a:xfrm>
            <a:custGeom>
              <a:avLst/>
              <a:gdLst>
                <a:gd name="textAreaLeft" fmla="*/ 0 w 99360"/>
                <a:gd name="textAreaRight" fmla="*/ 100800 w 99360"/>
                <a:gd name="textAreaTop" fmla="*/ 0 h 624600"/>
                <a:gd name="textAreaBottom" fmla="*/ 626040 h 624600"/>
              </a:gdLst>
              <a:ahLst/>
              <a:cxnLst/>
              <a:rect l="textAreaLeft" t="textAreaTop" r="textAreaRight" b="textAreaBottom"/>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37" name="Freeform 12"/>
            <p:cNvSpPr/>
            <p:nvPr/>
          </p:nvSpPr>
          <p:spPr>
            <a:xfrm>
              <a:off x="128520" y="3156480"/>
              <a:ext cx="645120" cy="2320920"/>
            </a:xfrm>
            <a:custGeom>
              <a:avLst/>
              <a:gdLst>
                <a:gd name="textAreaLeft" fmla="*/ 0 w 645120"/>
                <a:gd name="textAreaRight" fmla="*/ 646560 w 645120"/>
                <a:gd name="textAreaTop" fmla="*/ 0 h 2320920"/>
                <a:gd name="textAreaBottom" fmla="*/ 2322360 h 2320920"/>
              </a:gdLst>
              <a:ahLst/>
              <a:cxnLst/>
              <a:rect l="textAreaLeft" t="textAreaTop" r="textAreaRight" b="textAreaBottom"/>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38" name="Freeform 13"/>
            <p:cNvSpPr/>
            <p:nvPr/>
          </p:nvSpPr>
          <p:spPr>
            <a:xfrm>
              <a:off x="807120" y="5447160"/>
              <a:ext cx="608040" cy="1418760"/>
            </a:xfrm>
            <a:custGeom>
              <a:avLst/>
              <a:gdLst>
                <a:gd name="textAreaLeft" fmla="*/ 0 w 608040"/>
                <a:gd name="textAreaRight" fmla="*/ 609480 w 608040"/>
                <a:gd name="textAreaTop" fmla="*/ 0 h 1418760"/>
                <a:gd name="textAreaBottom" fmla="*/ 1420200 h 1418760"/>
              </a:gdLst>
              <a:ahLst/>
              <a:cxnLst/>
              <a:rect l="textAreaLeft" t="textAreaTop" r="textAreaRight" b="textAreaBottom"/>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39" name="Freeform 14"/>
            <p:cNvSpPr/>
            <p:nvPr/>
          </p:nvSpPr>
          <p:spPr>
            <a:xfrm>
              <a:off x="959760" y="6503760"/>
              <a:ext cx="169920" cy="362160"/>
            </a:xfrm>
            <a:custGeom>
              <a:avLst/>
              <a:gdLst>
                <a:gd name="textAreaLeft" fmla="*/ 0 w 169920"/>
                <a:gd name="textAreaRight" fmla="*/ 171360 w 169920"/>
                <a:gd name="textAreaTop" fmla="*/ 0 h 362160"/>
                <a:gd name="textAreaBottom" fmla="*/ 363600 h 362160"/>
              </a:gdLst>
              <a:ahLst/>
              <a:cxnLst/>
              <a:rect l="textAreaLeft" t="textAreaTop" r="textAreaRight" b="textAreaBottom"/>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40" name="Freeform 15"/>
            <p:cNvSpPr/>
            <p:nvPr/>
          </p:nvSpPr>
          <p:spPr>
            <a:xfrm>
              <a:off x="100800" y="3201120"/>
              <a:ext cx="820440" cy="3327120"/>
            </a:xfrm>
            <a:custGeom>
              <a:avLst/>
              <a:gdLst>
                <a:gd name="textAreaLeft" fmla="*/ 0 w 820440"/>
                <a:gd name="textAreaRight" fmla="*/ 821880 w 820440"/>
                <a:gd name="textAreaTop" fmla="*/ 0 h 3327120"/>
                <a:gd name="textAreaBottom" fmla="*/ 3328560 h 3327120"/>
              </a:gdLst>
              <a:ahLst/>
              <a:cxnLst/>
              <a:rect l="textAreaLeft" t="textAreaTop" r="textAreaRight" b="textAreaBottom"/>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41" name="Freeform 16"/>
            <p:cNvSpPr/>
            <p:nvPr/>
          </p:nvSpPr>
          <p:spPr>
            <a:xfrm>
              <a:off x="22320" y="228600"/>
              <a:ext cx="104760" cy="2926440"/>
            </a:xfrm>
            <a:custGeom>
              <a:avLst/>
              <a:gdLst>
                <a:gd name="textAreaLeft" fmla="*/ 0 w 104760"/>
                <a:gd name="textAreaRight" fmla="*/ 106200 w 104760"/>
                <a:gd name="textAreaTop" fmla="*/ 0 h 2926440"/>
                <a:gd name="textAreaBottom" fmla="*/ 2927880 h 2926440"/>
              </a:gdLst>
              <a:ahLst/>
              <a:cxnLst/>
              <a:rect l="textAreaLeft" t="textAreaTop" r="textAreaRight" b="textAreaBottom"/>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42" name="Freeform 17"/>
            <p:cNvSpPr/>
            <p:nvPr/>
          </p:nvSpPr>
          <p:spPr>
            <a:xfrm>
              <a:off x="78120" y="2944080"/>
              <a:ext cx="76680" cy="492480"/>
            </a:xfrm>
            <a:custGeom>
              <a:avLst/>
              <a:gdLst>
                <a:gd name="textAreaLeft" fmla="*/ 0 w 76680"/>
                <a:gd name="textAreaRight" fmla="*/ 78120 w 76680"/>
                <a:gd name="textAreaTop" fmla="*/ 0 h 492480"/>
                <a:gd name="textAreaBottom" fmla="*/ 493920 h 492480"/>
              </a:gdLst>
              <a:ahLst/>
              <a:cxnLst/>
              <a:rect l="textAreaLeft" t="textAreaTop" r="textAreaRight" b="textAreaBottom"/>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43" name="Freeform 18"/>
            <p:cNvSpPr/>
            <p:nvPr/>
          </p:nvSpPr>
          <p:spPr>
            <a:xfrm>
              <a:off x="769680" y="5478840"/>
              <a:ext cx="188640" cy="1023480"/>
            </a:xfrm>
            <a:custGeom>
              <a:avLst/>
              <a:gdLst>
                <a:gd name="textAreaLeft" fmla="*/ 0 w 188640"/>
                <a:gd name="textAreaRight" fmla="*/ 190080 w 188640"/>
                <a:gd name="textAreaTop" fmla="*/ 0 h 1023480"/>
                <a:gd name="textAreaBottom" fmla="*/ 1024920 h 1023480"/>
              </a:gdLst>
              <a:ahLst/>
              <a:cxnLst/>
              <a:rect l="textAreaLeft" t="textAreaTop" r="textAreaRight" b="textAreaBottom"/>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44" name="Freeform 19"/>
            <p:cNvSpPr/>
            <p:nvPr/>
          </p:nvSpPr>
          <p:spPr>
            <a:xfrm>
              <a:off x="775440" y="1398960"/>
              <a:ext cx="2074680" cy="4046760"/>
            </a:xfrm>
            <a:custGeom>
              <a:avLst/>
              <a:gdLst>
                <a:gd name="textAreaLeft" fmla="*/ 0 w 2074680"/>
                <a:gd name="textAreaRight" fmla="*/ 2076120 w 2074680"/>
                <a:gd name="textAreaTop" fmla="*/ 0 h 4046760"/>
                <a:gd name="textAreaBottom" fmla="*/ 4048200 h 4046760"/>
              </a:gdLst>
              <a:ahLst/>
              <a:cxnLst/>
              <a:rect l="textAreaLeft" t="textAreaTop" r="textAreaRight" b="textAreaBottom"/>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45" name="Freeform 20"/>
            <p:cNvSpPr/>
            <p:nvPr/>
          </p:nvSpPr>
          <p:spPr>
            <a:xfrm>
              <a:off x="922680" y="6530040"/>
              <a:ext cx="160560" cy="335880"/>
            </a:xfrm>
            <a:custGeom>
              <a:avLst/>
              <a:gdLst>
                <a:gd name="textAreaLeft" fmla="*/ 0 w 160560"/>
                <a:gd name="textAreaRight" fmla="*/ 162000 w 160560"/>
                <a:gd name="textAreaTop" fmla="*/ 0 h 335880"/>
                <a:gd name="textAreaBottom" fmla="*/ 337320 h 335880"/>
              </a:gdLst>
              <a:ahLst/>
              <a:cxnLst/>
              <a:rect l="textAreaLeft" t="textAreaTop" r="textAreaRight" b="textAreaBottom"/>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46" name="Freeform 21"/>
            <p:cNvSpPr/>
            <p:nvPr/>
          </p:nvSpPr>
          <p:spPr>
            <a:xfrm>
              <a:off x="769680" y="5359320"/>
              <a:ext cx="36000" cy="220320"/>
            </a:xfrm>
            <a:custGeom>
              <a:avLst/>
              <a:gdLst>
                <a:gd name="textAreaLeft" fmla="*/ 0 w 36000"/>
                <a:gd name="textAreaRight" fmla="*/ 37440 w 36000"/>
                <a:gd name="textAreaTop" fmla="*/ 0 h 220320"/>
                <a:gd name="textAreaBottom" fmla="*/ 221760 h 220320"/>
              </a:gdLst>
              <a:ahLst/>
              <a:cxnLst/>
              <a:rect l="textAreaLeft" t="textAreaTop" r="textAreaRight" b="textAreaBottom"/>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47" name="Freeform 22"/>
            <p:cNvSpPr/>
            <p:nvPr/>
          </p:nvSpPr>
          <p:spPr>
            <a:xfrm>
              <a:off x="849960" y="6244560"/>
              <a:ext cx="237240" cy="621000"/>
            </a:xfrm>
            <a:custGeom>
              <a:avLst/>
              <a:gdLst>
                <a:gd name="textAreaLeft" fmla="*/ 0 w 237240"/>
                <a:gd name="textAreaRight" fmla="*/ 238680 w 237240"/>
                <a:gd name="textAreaTop" fmla="*/ 0 h 621000"/>
                <a:gd name="textAreaBottom" fmla="*/ 622440 h 621000"/>
              </a:gdLst>
              <a:ahLst/>
              <a:cxnLst/>
              <a:rect l="textAreaLeft" t="textAreaTop" r="textAreaRight" b="textAreaBottom"/>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grpSp>
      <p:grpSp>
        <p:nvGrpSpPr>
          <p:cNvPr id="48" name="Group 9"/>
          <p:cNvGrpSpPr/>
          <p:nvPr/>
        </p:nvGrpSpPr>
        <p:grpSpPr>
          <a:xfrm>
            <a:off x="27360" y="-720"/>
            <a:ext cx="2355120" cy="6852600"/>
            <a:chOff x="27360" y="-720"/>
            <a:chExt cx="2355120" cy="6852600"/>
          </a:xfrm>
        </p:grpSpPr>
        <p:sp>
          <p:nvSpPr>
            <p:cNvPr id="49" name="Freeform 27"/>
            <p:cNvSpPr/>
            <p:nvPr/>
          </p:nvSpPr>
          <p:spPr>
            <a:xfrm>
              <a:off x="27360" y="-720"/>
              <a:ext cx="492840" cy="4399560"/>
            </a:xfrm>
            <a:custGeom>
              <a:avLst/>
              <a:gdLst>
                <a:gd name="textAreaLeft" fmla="*/ 0 w 492840"/>
                <a:gd name="textAreaRight" fmla="*/ 494280 w 492840"/>
                <a:gd name="textAreaTop" fmla="*/ 0 h 4399560"/>
                <a:gd name="textAreaBottom" fmla="*/ 4401000 h 4399560"/>
              </a:gdLst>
              <a:ahLst/>
              <a:cxnLst/>
              <a:rect l="textAreaLeft" t="textAreaTop" r="textAreaRight" b="textAreaBottom"/>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50" name="Freeform 28"/>
            <p:cNvSpPr/>
            <p:nvPr/>
          </p:nvSpPr>
          <p:spPr>
            <a:xfrm>
              <a:off x="550440" y="4316400"/>
              <a:ext cx="421920" cy="1579320"/>
            </a:xfrm>
            <a:custGeom>
              <a:avLst/>
              <a:gdLst>
                <a:gd name="textAreaLeft" fmla="*/ 0 w 421920"/>
                <a:gd name="textAreaRight" fmla="*/ 423360 w 421920"/>
                <a:gd name="textAreaTop" fmla="*/ 0 h 1579320"/>
                <a:gd name="textAreaBottom" fmla="*/ 1580760 h 1579320"/>
              </a:gdLst>
              <a:ahLst/>
              <a:cxnLst/>
              <a:rect l="textAreaLeft" t="textAreaTop" r="textAreaRight" b="textAreaBottom"/>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51" name="Freeform 29"/>
            <p:cNvSpPr/>
            <p:nvPr/>
          </p:nvSpPr>
          <p:spPr>
            <a:xfrm>
              <a:off x="1006200" y="5862600"/>
              <a:ext cx="429480" cy="989280"/>
            </a:xfrm>
            <a:custGeom>
              <a:avLst/>
              <a:gdLst>
                <a:gd name="textAreaLeft" fmla="*/ 0 w 429480"/>
                <a:gd name="textAreaRight" fmla="*/ 430920 w 429480"/>
                <a:gd name="textAreaTop" fmla="*/ 0 h 989280"/>
                <a:gd name="textAreaBottom" fmla="*/ 990720 h 989280"/>
              </a:gdLst>
              <a:ahLst/>
              <a:cxnLst/>
              <a:rect l="textAreaLeft" t="textAreaTop" r="textAreaRight" b="textAreaBottom"/>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52" name="Freeform 30"/>
            <p:cNvSpPr/>
            <p:nvPr/>
          </p:nvSpPr>
          <p:spPr>
            <a:xfrm>
              <a:off x="521640" y="4364280"/>
              <a:ext cx="550440" cy="2234520"/>
            </a:xfrm>
            <a:custGeom>
              <a:avLst/>
              <a:gdLst>
                <a:gd name="textAreaLeft" fmla="*/ 0 w 550440"/>
                <a:gd name="textAreaRight" fmla="*/ 551880 w 550440"/>
                <a:gd name="textAreaTop" fmla="*/ 0 h 2234520"/>
                <a:gd name="textAreaBottom" fmla="*/ 2235960 h 2234520"/>
              </a:gdLst>
              <a:ahLst/>
              <a:cxnLst/>
              <a:rect l="textAreaLeft" t="textAreaTop" r="textAreaRight" b="textAreaBottom"/>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53" name="Freeform 31"/>
            <p:cNvSpPr/>
            <p:nvPr/>
          </p:nvSpPr>
          <p:spPr>
            <a:xfrm>
              <a:off x="468000" y="1289160"/>
              <a:ext cx="172800" cy="3025800"/>
            </a:xfrm>
            <a:custGeom>
              <a:avLst/>
              <a:gdLst>
                <a:gd name="textAreaLeft" fmla="*/ 0 w 172800"/>
                <a:gd name="textAreaRight" fmla="*/ 174240 w 172800"/>
                <a:gd name="textAreaTop" fmla="*/ 0 h 3025800"/>
                <a:gd name="textAreaBottom" fmla="*/ 3027240 h 3025800"/>
              </a:gdLst>
              <a:ahLst/>
              <a:cxnLst/>
              <a:rect l="textAreaLeft" t="textAreaTop" r="textAreaRight" b="textAreaBottom"/>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54" name="Freeform 32"/>
            <p:cNvSpPr/>
            <p:nvPr/>
          </p:nvSpPr>
          <p:spPr>
            <a:xfrm>
              <a:off x="1111680" y="6571440"/>
              <a:ext cx="132840" cy="280080"/>
            </a:xfrm>
            <a:custGeom>
              <a:avLst/>
              <a:gdLst>
                <a:gd name="textAreaLeft" fmla="*/ 0 w 132840"/>
                <a:gd name="textAreaRight" fmla="*/ 134280 w 132840"/>
                <a:gd name="textAreaTop" fmla="*/ 0 h 280080"/>
                <a:gd name="textAreaBottom" fmla="*/ 281520 h 280080"/>
              </a:gdLst>
              <a:ahLst/>
              <a:cxnLst/>
              <a:rect l="textAreaLeft" t="textAreaTop" r="textAreaRight" b="textAreaBottom"/>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55" name="Freeform 33"/>
            <p:cNvSpPr/>
            <p:nvPr/>
          </p:nvSpPr>
          <p:spPr>
            <a:xfrm>
              <a:off x="502560" y="4107600"/>
              <a:ext cx="81000" cy="510120"/>
            </a:xfrm>
            <a:custGeom>
              <a:avLst/>
              <a:gdLst>
                <a:gd name="textAreaLeft" fmla="*/ 0 w 81000"/>
                <a:gd name="textAreaRight" fmla="*/ 82440 w 81000"/>
                <a:gd name="textAreaTop" fmla="*/ 0 h 510120"/>
                <a:gd name="textAreaBottom" fmla="*/ 511560 h 510120"/>
              </a:gdLst>
              <a:ahLst/>
              <a:cxnLst/>
              <a:rect l="textAreaLeft" t="textAreaTop" r="textAreaRight" b="textAreaBottom"/>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56" name="Freeform 34"/>
            <p:cNvSpPr/>
            <p:nvPr/>
          </p:nvSpPr>
          <p:spPr>
            <a:xfrm>
              <a:off x="973800" y="3145680"/>
              <a:ext cx="1408680" cy="2715480"/>
            </a:xfrm>
            <a:custGeom>
              <a:avLst/>
              <a:gdLst>
                <a:gd name="textAreaLeft" fmla="*/ 0 w 1408680"/>
                <a:gd name="textAreaRight" fmla="*/ 1410120 w 1408680"/>
                <a:gd name="textAreaTop" fmla="*/ 0 h 2715480"/>
                <a:gd name="textAreaBottom" fmla="*/ 2716920 h 2715480"/>
              </a:gdLst>
              <a:ahLst/>
              <a:cxnLst/>
              <a:rect l="textAreaLeft" t="textAreaTop" r="textAreaRight" b="textAreaBottom"/>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57" name="Freeform 35"/>
            <p:cNvSpPr/>
            <p:nvPr/>
          </p:nvSpPr>
          <p:spPr>
            <a:xfrm>
              <a:off x="1073520" y="6600240"/>
              <a:ext cx="119160" cy="251640"/>
            </a:xfrm>
            <a:custGeom>
              <a:avLst/>
              <a:gdLst>
                <a:gd name="textAreaLeft" fmla="*/ 0 w 119160"/>
                <a:gd name="textAreaRight" fmla="*/ 120600 w 119160"/>
                <a:gd name="textAreaTop" fmla="*/ 0 h 251640"/>
                <a:gd name="textAreaBottom" fmla="*/ 253080 h 251640"/>
              </a:gdLst>
              <a:ahLst/>
              <a:cxnLst/>
              <a:rect l="textAreaLeft" t="textAreaTop" r="textAreaRight" b="textAreaBottom"/>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58" name="Freeform 36"/>
            <p:cNvSpPr/>
            <p:nvPr/>
          </p:nvSpPr>
          <p:spPr>
            <a:xfrm>
              <a:off x="973800" y="5897160"/>
              <a:ext cx="136440" cy="672840"/>
            </a:xfrm>
            <a:custGeom>
              <a:avLst/>
              <a:gdLst>
                <a:gd name="textAreaLeft" fmla="*/ 0 w 136440"/>
                <a:gd name="textAreaRight" fmla="*/ 137880 w 136440"/>
                <a:gd name="textAreaTop" fmla="*/ 0 h 672840"/>
                <a:gd name="textAreaBottom" fmla="*/ 674280 h 672840"/>
              </a:gdLst>
              <a:ahLst/>
              <a:cxnLst/>
              <a:rect l="textAreaLeft" t="textAreaTop" r="textAreaRight" b="textAreaBottom"/>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59" name="Freeform 37"/>
            <p:cNvSpPr/>
            <p:nvPr/>
          </p:nvSpPr>
          <p:spPr>
            <a:xfrm>
              <a:off x="973800" y="5772600"/>
              <a:ext cx="36720" cy="226440"/>
            </a:xfrm>
            <a:custGeom>
              <a:avLst/>
              <a:gdLst>
                <a:gd name="textAreaLeft" fmla="*/ 0 w 36720"/>
                <a:gd name="textAreaRight" fmla="*/ 38160 w 36720"/>
                <a:gd name="textAreaTop" fmla="*/ 0 h 226440"/>
                <a:gd name="textAreaBottom" fmla="*/ 227880 h 226440"/>
              </a:gdLst>
              <a:ahLst/>
              <a:cxnLst/>
              <a:rect l="textAreaLeft" t="textAreaTop" r="textAreaRight" b="textAreaBottom"/>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60" name="Freeform 38"/>
            <p:cNvSpPr/>
            <p:nvPr/>
          </p:nvSpPr>
          <p:spPr>
            <a:xfrm>
              <a:off x="1006200" y="6322680"/>
              <a:ext cx="209160" cy="529200"/>
            </a:xfrm>
            <a:custGeom>
              <a:avLst/>
              <a:gdLst>
                <a:gd name="textAreaLeft" fmla="*/ 0 w 209160"/>
                <a:gd name="textAreaRight" fmla="*/ 210600 w 209160"/>
                <a:gd name="textAreaTop" fmla="*/ 0 h 529200"/>
                <a:gd name="textAreaBottom" fmla="*/ 530640 h 529200"/>
              </a:gdLst>
              <a:ahLst/>
              <a:cxnLst/>
              <a:rect l="textAreaLeft" t="textAreaTop" r="textAreaRight" b="textAreaBottom"/>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grpSp>
      <p:sp>
        <p:nvSpPr>
          <p:cNvPr id="61" name="Rectangle 6"/>
          <p:cNvSpPr/>
          <p:nvPr/>
        </p:nvSpPr>
        <p:spPr>
          <a:xfrm>
            <a:off x="0" y="0"/>
            <a:ext cx="181440" cy="6856560"/>
          </a:xfrm>
          <a:prstGeom prst="rect">
            <a:avLst/>
          </a:prstGeom>
          <a:solidFill>
            <a:schemeClr val="tx2"/>
          </a:solidFill>
          <a:ln>
            <a:noFill/>
          </a:ln>
          <a:effectLst>
            <a:outerShdw blurRad="38160" dir="5400000" dist="25560" rotWithShape="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62" name="PlaceHolder 1"/>
          <p:cNvSpPr>
            <a:spLocks noGrp="1"/>
          </p:cNvSpPr>
          <p:nvPr>
            <p:ph type="title"/>
          </p:nvPr>
        </p:nvSpPr>
        <p:spPr>
          <a:xfrm>
            <a:off x="2593080" y="624240"/>
            <a:ext cx="8910360" cy="1279440"/>
          </a:xfrm>
          <a:prstGeom prst="rect">
            <a:avLst/>
          </a:prstGeom>
          <a:noFill/>
          <a:ln w="0">
            <a:noFill/>
          </a:ln>
        </p:spPr>
        <p:txBody>
          <a:bodyPr lIns="91440" rIns="91440" tIns="45720" bIns="45720" anchor="t">
            <a:noAutofit/>
          </a:bodyPr>
          <a:p>
            <a:pPr indent="0" defTabSz="457200">
              <a:lnSpc>
                <a:spcPct val="100000"/>
              </a:lnSpc>
              <a:buNone/>
              <a:tabLst>
                <a:tab algn="l" pos="0"/>
              </a:tabLst>
            </a:pPr>
            <a:r>
              <a:rPr lang="en-US" sz="3600" b="0" u="none" strike="noStrike">
                <a:solidFill>
                  <a:schemeClr val="dk1">
                    <a:lumMod val="85000"/>
                    <a:lumOff val="15000"/>
                  </a:schemeClr>
                </a:solidFill>
                <a:effectLst/>
                <a:uFillTx/>
                <a:latin typeface="Century Gothic"/>
              </a:rPr>
              <a:t>Click to edit Master title style</a:t>
            </a:r>
            <a:endParaRPr lang="en-US" sz="3600" b="0" u="none" strike="noStrike">
              <a:solidFill>
                <a:srgbClr val="000000"/>
              </a:solidFill>
              <a:effectLst/>
              <a:uFillTx/>
              <a:latin typeface="Arial"/>
            </a:endParaRPr>
          </a:p>
        </p:txBody>
      </p:sp>
      <p:sp>
        <p:nvSpPr>
          <p:cNvPr id="63" name="PlaceHolder 2"/>
          <p:cNvSpPr>
            <a:spLocks noGrp="1"/>
          </p:cNvSpPr>
          <p:nvPr>
            <p:ph type="body"/>
          </p:nvPr>
        </p:nvSpPr>
        <p:spPr>
          <a:xfrm>
            <a:off x="2589120" y="2133720"/>
            <a:ext cx="8913960" cy="3884760"/>
          </a:xfrm>
          <a:prstGeom prst="rect">
            <a:avLst/>
          </a:prstGeom>
          <a:noFill/>
          <a:ln w="0">
            <a:noFill/>
          </a:ln>
        </p:spPr>
        <p:txBody>
          <a:bodyPr lIns="91440" rIns="91440" tIns="45720" bIns="45720" anchor="t">
            <a:noAutofit/>
          </a:bodyPr>
          <a:p>
            <a:pPr marL="343080" indent="-343080" defTabSz="457200">
              <a:lnSpc>
                <a:spcPct val="100000"/>
              </a:lnSpc>
              <a:spcBef>
                <a:spcPts val="1001"/>
              </a:spcBef>
              <a:buClr>
                <a:srgbClr val="a53010"/>
              </a:buClr>
              <a:buFont typeface="Wingdings 3" charset="2"/>
              <a:buChar char=""/>
            </a:pPr>
            <a:r>
              <a:rPr lang="en-US" sz="1800" b="0" u="none" strike="noStrike">
                <a:solidFill>
                  <a:schemeClr val="dk1">
                    <a:lumMod val="75000"/>
                    <a:lumOff val="25000"/>
                  </a:schemeClr>
                </a:solidFill>
                <a:effectLst/>
                <a:uFillTx/>
                <a:latin typeface="Century Gothic"/>
              </a:rPr>
              <a:t>Click to edit Master text styles</a:t>
            </a:r>
            <a:endParaRPr lang="en-US" sz="1800" b="0" u="none" strike="noStrike">
              <a:solidFill>
                <a:srgbClr val="000000"/>
              </a:solidFill>
              <a:effectLst/>
              <a:uFillTx/>
              <a:latin typeface="Arial"/>
            </a:endParaRPr>
          </a:p>
          <a:p>
            <a:pPr marL="743040" lvl="1" indent="-285840" defTabSz="457200">
              <a:lnSpc>
                <a:spcPct val="100000"/>
              </a:lnSpc>
              <a:spcBef>
                <a:spcPts val="1001"/>
              </a:spcBef>
              <a:buClr>
                <a:srgbClr val="a53010"/>
              </a:buClr>
              <a:buFont typeface="Wingdings 3" charset="2"/>
              <a:buChar char=""/>
            </a:pPr>
            <a:r>
              <a:rPr lang="en-US" sz="1600" b="0" u="none" strike="noStrike">
                <a:solidFill>
                  <a:schemeClr val="dk1">
                    <a:lumMod val="75000"/>
                    <a:lumOff val="25000"/>
                  </a:schemeClr>
                </a:solidFill>
                <a:effectLst/>
                <a:uFillTx/>
                <a:latin typeface="Century Gothic"/>
              </a:rPr>
              <a:t>Second level</a:t>
            </a:r>
            <a:endParaRPr lang="en-US" sz="1600" b="0" u="none" strike="noStrike">
              <a:solidFill>
                <a:srgbClr val="000000"/>
              </a:solidFill>
              <a:effectLst/>
              <a:uFillTx/>
              <a:latin typeface="Arial"/>
            </a:endParaRPr>
          </a:p>
          <a:p>
            <a:pPr marL="1143000" lvl="2" indent="-228600" defTabSz="457200">
              <a:lnSpc>
                <a:spcPct val="100000"/>
              </a:lnSpc>
              <a:spcBef>
                <a:spcPts val="1001"/>
              </a:spcBef>
              <a:buClr>
                <a:srgbClr val="a53010"/>
              </a:buClr>
              <a:buFont typeface="Wingdings 3" charset="2"/>
              <a:buChar char=""/>
            </a:pPr>
            <a:r>
              <a:rPr lang="en-US" sz="1400" b="0" u="none" strike="noStrike">
                <a:solidFill>
                  <a:schemeClr val="dk1">
                    <a:lumMod val="75000"/>
                    <a:lumOff val="25000"/>
                  </a:schemeClr>
                </a:solidFill>
                <a:effectLst/>
                <a:uFillTx/>
                <a:latin typeface="Century Gothic"/>
              </a:rPr>
              <a:t>Third level</a:t>
            </a:r>
            <a:endParaRPr lang="en-US" sz="1400" b="0" u="none" strike="noStrike">
              <a:solidFill>
                <a:srgbClr val="000000"/>
              </a:solidFill>
              <a:effectLst/>
              <a:uFillTx/>
              <a:latin typeface="Arial"/>
            </a:endParaRPr>
          </a:p>
          <a:p>
            <a:pPr marL="1600200" lvl="3" indent="-228600" defTabSz="457200">
              <a:lnSpc>
                <a:spcPct val="100000"/>
              </a:lnSpc>
              <a:spcBef>
                <a:spcPts val="1001"/>
              </a:spcBef>
              <a:buClr>
                <a:srgbClr val="a53010"/>
              </a:buClr>
              <a:buFont typeface="Wingdings 3" charset="2"/>
              <a:buChar char=""/>
            </a:pPr>
            <a:r>
              <a:rPr lang="en-US" sz="1200" b="0" u="none" strike="noStrike">
                <a:solidFill>
                  <a:schemeClr val="dk1">
                    <a:lumMod val="75000"/>
                    <a:lumOff val="25000"/>
                  </a:schemeClr>
                </a:solidFill>
                <a:effectLst/>
                <a:uFillTx/>
                <a:latin typeface="Century Gothic"/>
              </a:rPr>
              <a:t>Fourth level</a:t>
            </a:r>
            <a:endParaRPr lang="en-US" sz="1200" b="0" u="none" strike="noStrike">
              <a:solidFill>
                <a:srgbClr val="000000"/>
              </a:solidFill>
              <a:effectLst/>
              <a:uFillTx/>
              <a:latin typeface="Arial"/>
            </a:endParaRPr>
          </a:p>
          <a:p>
            <a:pPr marL="2057400" lvl="4" indent="-228600" defTabSz="457200">
              <a:lnSpc>
                <a:spcPct val="100000"/>
              </a:lnSpc>
              <a:spcBef>
                <a:spcPts val="1001"/>
              </a:spcBef>
              <a:buClr>
                <a:srgbClr val="a53010"/>
              </a:buClr>
              <a:buFont typeface="Wingdings 3" charset="2"/>
              <a:buChar char=""/>
            </a:pPr>
            <a:r>
              <a:rPr lang="en-US" sz="1200" b="0" u="none" strike="noStrike">
                <a:solidFill>
                  <a:schemeClr val="dk1">
                    <a:lumMod val="75000"/>
                    <a:lumOff val="25000"/>
                  </a:schemeClr>
                </a:solidFill>
                <a:effectLst/>
                <a:uFillTx/>
                <a:latin typeface="Century Gothic"/>
              </a:rPr>
              <a:t>Fifth level</a:t>
            </a:r>
            <a:endParaRPr lang="en-US" sz="1200" b="0" u="none" strike="noStrike">
              <a:solidFill>
                <a:srgbClr val="000000"/>
              </a:solidFill>
              <a:effectLst/>
              <a:uFillTx/>
              <a:latin typeface="Arial"/>
            </a:endParaRPr>
          </a:p>
        </p:txBody>
      </p:sp>
      <p:sp>
        <p:nvSpPr>
          <p:cNvPr id="64" name="PlaceHolder 3"/>
          <p:cNvSpPr>
            <a:spLocks noGrp="1"/>
          </p:cNvSpPr>
          <p:nvPr>
            <p:ph type="dt" idx="4"/>
          </p:nvPr>
        </p:nvSpPr>
        <p:spPr>
          <a:xfrm>
            <a:off x="10361520" y="6130440"/>
            <a:ext cx="1144800" cy="3690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US" sz="900" b="0" u="none" strike="noStrike">
                <a:solidFill>
                  <a:schemeClr val="dk1">
                    <a:tint val="75000"/>
                  </a:schemeClr>
                </a:solidFill>
                <a:effectLst/>
                <a:uFillTx/>
                <a:latin typeface="Century Gothic"/>
              </a:defRPr>
            </a:lvl1pPr>
          </a:lstStyle>
          <a:p>
            <a:pPr indent="0" algn="r" defTabSz="457200">
              <a:lnSpc>
                <a:spcPct val="100000"/>
              </a:lnSpc>
              <a:buNone/>
              <a:tabLst>
                <a:tab algn="l" pos="0"/>
              </a:tabLst>
            </a:pPr>
            <a:r>
              <a:rPr lang="en-US" sz="900" b="0" u="none" strike="noStrike">
                <a:solidFill>
                  <a:schemeClr val="dk1">
                    <a:tint val="75000"/>
                  </a:schemeClr>
                </a:solidFill>
                <a:effectLst/>
                <a:uFillTx/>
                <a:latin typeface="Century Gothic"/>
              </a:rPr>
              <a:t>&lt;date/time&gt;</a:t>
            </a:r>
            <a:endParaRPr lang="en-US" sz="900" b="0" u="none" strike="noStrike">
              <a:solidFill>
                <a:srgbClr val="000000"/>
              </a:solidFill>
              <a:effectLst/>
              <a:uFillTx/>
              <a:latin typeface="Times New Roman"/>
            </a:endParaRPr>
          </a:p>
        </p:txBody>
      </p:sp>
      <p:sp>
        <p:nvSpPr>
          <p:cNvPr id="65" name="PlaceHolder 4"/>
          <p:cNvSpPr>
            <a:spLocks noGrp="1"/>
          </p:cNvSpPr>
          <p:nvPr>
            <p:ph type="ftr" idx="5"/>
          </p:nvPr>
        </p:nvSpPr>
        <p:spPr>
          <a:xfrm>
            <a:off x="2589120" y="6135840"/>
            <a:ext cx="7618680" cy="36360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Times New Roman"/>
              </a:defRPr>
            </a:lvl1pPr>
          </a:lstStyle>
          <a:p>
            <a:pPr indent="0" algn="ctr">
              <a:lnSpc>
                <a:spcPct val="100000"/>
              </a:lnSpc>
              <a:buNone/>
              <a:tabLst>
                <a:tab algn="l" pos="0"/>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66" name="PlaceHolder 5"/>
          <p:cNvSpPr>
            <a:spLocks noGrp="1"/>
          </p:cNvSpPr>
          <p:nvPr>
            <p:ph type="sldNum" idx="6"/>
          </p:nvPr>
        </p:nvSpPr>
        <p:spPr>
          <a:xfrm>
            <a:off x="531720" y="787680"/>
            <a:ext cx="77832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US" sz="2000" b="0" u="none" strike="noStrike">
                <a:solidFill>
                  <a:srgbClr val="feffff"/>
                </a:solidFill>
                <a:effectLst/>
                <a:uFillTx/>
                <a:latin typeface="Century Gothic"/>
              </a:defRPr>
            </a:lvl1pPr>
          </a:lstStyle>
          <a:p>
            <a:pPr indent="0" algn="r" defTabSz="457200">
              <a:lnSpc>
                <a:spcPct val="100000"/>
              </a:lnSpc>
              <a:buNone/>
              <a:tabLst>
                <a:tab algn="l" pos="0"/>
              </a:tabLst>
            </a:pPr>
            <a:fld id="{D9A4CF60-6031-4C79-91B4-90319976C27D}" type="slidenum">
              <a:rPr lang="en-US" sz="2000" b="0" u="none" strike="noStrike">
                <a:solidFill>
                  <a:srgbClr val="feffff"/>
                </a:solidFill>
                <a:effectLst/>
                <a:uFillTx/>
                <a:latin typeface="Century Gothic"/>
              </a:rPr>
              <a:t>&lt;number&gt;</a:t>
            </a:fld>
            <a:endParaRPr lang="en-US" sz="2000" b="0" u="none" strike="noStrike">
              <a:solidFill>
                <a:srgbClr val="000000"/>
              </a:solidFill>
              <a:effectLst/>
              <a:uFillTx/>
              <a:latin typeface="Times New Roman"/>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bg>
      <p:bgPr>
        <a:gradFill rotWithShape="0">
          <a:gsLst>
            <a:gs pos="0">
              <a:srgbClr val="ffffff"/>
            </a:gs>
            <a:gs pos="100000">
              <a:srgbClr val="dfe7c4"/>
            </a:gs>
          </a:gsLst>
          <a:path path="circle">
            <a:fillToRect l="25000" t="25000" r="75000" b="75000"/>
          </a:path>
        </a:gradFill>
      </p:bgPr>
    </p:bg>
    <p:spTree>
      <p:nvGrpSpPr>
        <p:cNvPr id="1" name=""/>
        <p:cNvGrpSpPr/>
        <p:nvPr/>
      </p:nvGrpSpPr>
      <p:grpSpPr>
        <a:xfrm>
          <a:off x="0" y="0"/>
          <a:ext cx="0" cy="0"/>
          <a:chOff x="0" y="0"/>
          <a:chExt cx="0" cy="0"/>
        </a:xfrm>
      </p:grpSpPr>
      <p:grpSp>
        <p:nvGrpSpPr>
          <p:cNvPr id="67" name="Group 22"/>
          <p:cNvGrpSpPr/>
          <p:nvPr/>
        </p:nvGrpSpPr>
        <p:grpSpPr>
          <a:xfrm>
            <a:off x="0" y="228600"/>
            <a:ext cx="2850120" cy="6637320"/>
            <a:chOff x="0" y="228600"/>
            <a:chExt cx="2850120" cy="6637320"/>
          </a:xfrm>
        </p:grpSpPr>
        <p:sp>
          <p:nvSpPr>
            <p:cNvPr id="68" name="Freeform 11"/>
            <p:cNvSpPr/>
            <p:nvPr/>
          </p:nvSpPr>
          <p:spPr>
            <a:xfrm>
              <a:off x="0" y="2575080"/>
              <a:ext cx="99360" cy="624600"/>
            </a:xfrm>
            <a:custGeom>
              <a:avLst/>
              <a:gdLst>
                <a:gd name="textAreaLeft" fmla="*/ 0 w 99360"/>
                <a:gd name="textAreaRight" fmla="*/ 100800 w 99360"/>
                <a:gd name="textAreaTop" fmla="*/ 0 h 624600"/>
                <a:gd name="textAreaBottom" fmla="*/ 626040 h 624600"/>
              </a:gdLst>
              <a:ahLst/>
              <a:cxnLst/>
              <a:rect l="textAreaLeft" t="textAreaTop" r="textAreaRight" b="textAreaBottom"/>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69" name="Freeform 12"/>
            <p:cNvSpPr/>
            <p:nvPr/>
          </p:nvSpPr>
          <p:spPr>
            <a:xfrm>
              <a:off x="128520" y="3156480"/>
              <a:ext cx="645120" cy="2320920"/>
            </a:xfrm>
            <a:custGeom>
              <a:avLst/>
              <a:gdLst>
                <a:gd name="textAreaLeft" fmla="*/ 0 w 645120"/>
                <a:gd name="textAreaRight" fmla="*/ 646560 w 645120"/>
                <a:gd name="textAreaTop" fmla="*/ 0 h 2320920"/>
                <a:gd name="textAreaBottom" fmla="*/ 2322360 h 2320920"/>
              </a:gdLst>
              <a:ahLst/>
              <a:cxnLst/>
              <a:rect l="textAreaLeft" t="textAreaTop" r="textAreaRight" b="textAreaBottom"/>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70" name="Freeform 13"/>
            <p:cNvSpPr/>
            <p:nvPr/>
          </p:nvSpPr>
          <p:spPr>
            <a:xfrm>
              <a:off x="807120" y="5447160"/>
              <a:ext cx="608040" cy="1418760"/>
            </a:xfrm>
            <a:custGeom>
              <a:avLst/>
              <a:gdLst>
                <a:gd name="textAreaLeft" fmla="*/ 0 w 608040"/>
                <a:gd name="textAreaRight" fmla="*/ 609480 w 608040"/>
                <a:gd name="textAreaTop" fmla="*/ 0 h 1418760"/>
                <a:gd name="textAreaBottom" fmla="*/ 1420200 h 1418760"/>
              </a:gdLst>
              <a:ahLst/>
              <a:cxnLst/>
              <a:rect l="textAreaLeft" t="textAreaTop" r="textAreaRight" b="textAreaBottom"/>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71" name="Freeform 14"/>
            <p:cNvSpPr/>
            <p:nvPr/>
          </p:nvSpPr>
          <p:spPr>
            <a:xfrm>
              <a:off x="959760" y="6503760"/>
              <a:ext cx="169920" cy="362160"/>
            </a:xfrm>
            <a:custGeom>
              <a:avLst/>
              <a:gdLst>
                <a:gd name="textAreaLeft" fmla="*/ 0 w 169920"/>
                <a:gd name="textAreaRight" fmla="*/ 171360 w 169920"/>
                <a:gd name="textAreaTop" fmla="*/ 0 h 362160"/>
                <a:gd name="textAreaBottom" fmla="*/ 363600 h 362160"/>
              </a:gdLst>
              <a:ahLst/>
              <a:cxnLst/>
              <a:rect l="textAreaLeft" t="textAreaTop" r="textAreaRight" b="textAreaBottom"/>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72" name="Freeform 15"/>
            <p:cNvSpPr/>
            <p:nvPr/>
          </p:nvSpPr>
          <p:spPr>
            <a:xfrm>
              <a:off x="100800" y="3201120"/>
              <a:ext cx="820440" cy="3327120"/>
            </a:xfrm>
            <a:custGeom>
              <a:avLst/>
              <a:gdLst>
                <a:gd name="textAreaLeft" fmla="*/ 0 w 820440"/>
                <a:gd name="textAreaRight" fmla="*/ 821880 w 820440"/>
                <a:gd name="textAreaTop" fmla="*/ 0 h 3327120"/>
                <a:gd name="textAreaBottom" fmla="*/ 3328560 h 3327120"/>
              </a:gdLst>
              <a:ahLst/>
              <a:cxnLst/>
              <a:rect l="textAreaLeft" t="textAreaTop" r="textAreaRight" b="textAreaBottom"/>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73" name="Freeform 16"/>
            <p:cNvSpPr/>
            <p:nvPr/>
          </p:nvSpPr>
          <p:spPr>
            <a:xfrm>
              <a:off x="22320" y="228600"/>
              <a:ext cx="104760" cy="2926440"/>
            </a:xfrm>
            <a:custGeom>
              <a:avLst/>
              <a:gdLst>
                <a:gd name="textAreaLeft" fmla="*/ 0 w 104760"/>
                <a:gd name="textAreaRight" fmla="*/ 106200 w 104760"/>
                <a:gd name="textAreaTop" fmla="*/ 0 h 2926440"/>
                <a:gd name="textAreaBottom" fmla="*/ 2927880 h 2926440"/>
              </a:gdLst>
              <a:ahLst/>
              <a:cxnLst/>
              <a:rect l="textAreaLeft" t="textAreaTop" r="textAreaRight" b="textAreaBottom"/>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74" name="Freeform 17"/>
            <p:cNvSpPr/>
            <p:nvPr/>
          </p:nvSpPr>
          <p:spPr>
            <a:xfrm>
              <a:off x="78120" y="2944080"/>
              <a:ext cx="76680" cy="492480"/>
            </a:xfrm>
            <a:custGeom>
              <a:avLst/>
              <a:gdLst>
                <a:gd name="textAreaLeft" fmla="*/ 0 w 76680"/>
                <a:gd name="textAreaRight" fmla="*/ 78120 w 76680"/>
                <a:gd name="textAreaTop" fmla="*/ 0 h 492480"/>
                <a:gd name="textAreaBottom" fmla="*/ 493920 h 492480"/>
              </a:gdLst>
              <a:ahLst/>
              <a:cxnLst/>
              <a:rect l="textAreaLeft" t="textAreaTop" r="textAreaRight" b="textAreaBottom"/>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75" name="Freeform 18"/>
            <p:cNvSpPr/>
            <p:nvPr/>
          </p:nvSpPr>
          <p:spPr>
            <a:xfrm>
              <a:off x="769680" y="5478840"/>
              <a:ext cx="188640" cy="1023480"/>
            </a:xfrm>
            <a:custGeom>
              <a:avLst/>
              <a:gdLst>
                <a:gd name="textAreaLeft" fmla="*/ 0 w 188640"/>
                <a:gd name="textAreaRight" fmla="*/ 190080 w 188640"/>
                <a:gd name="textAreaTop" fmla="*/ 0 h 1023480"/>
                <a:gd name="textAreaBottom" fmla="*/ 1024920 h 1023480"/>
              </a:gdLst>
              <a:ahLst/>
              <a:cxnLst/>
              <a:rect l="textAreaLeft" t="textAreaTop" r="textAreaRight" b="textAreaBottom"/>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76" name="Freeform 19"/>
            <p:cNvSpPr/>
            <p:nvPr/>
          </p:nvSpPr>
          <p:spPr>
            <a:xfrm>
              <a:off x="775440" y="1398960"/>
              <a:ext cx="2074680" cy="4046760"/>
            </a:xfrm>
            <a:custGeom>
              <a:avLst/>
              <a:gdLst>
                <a:gd name="textAreaLeft" fmla="*/ 0 w 2074680"/>
                <a:gd name="textAreaRight" fmla="*/ 2076120 w 2074680"/>
                <a:gd name="textAreaTop" fmla="*/ 0 h 4046760"/>
                <a:gd name="textAreaBottom" fmla="*/ 4048200 h 4046760"/>
              </a:gdLst>
              <a:ahLst/>
              <a:cxnLst/>
              <a:rect l="textAreaLeft" t="textAreaTop" r="textAreaRight" b="textAreaBottom"/>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77" name="Freeform 20"/>
            <p:cNvSpPr/>
            <p:nvPr/>
          </p:nvSpPr>
          <p:spPr>
            <a:xfrm>
              <a:off x="922680" y="6530040"/>
              <a:ext cx="160560" cy="335880"/>
            </a:xfrm>
            <a:custGeom>
              <a:avLst/>
              <a:gdLst>
                <a:gd name="textAreaLeft" fmla="*/ 0 w 160560"/>
                <a:gd name="textAreaRight" fmla="*/ 162000 w 160560"/>
                <a:gd name="textAreaTop" fmla="*/ 0 h 335880"/>
                <a:gd name="textAreaBottom" fmla="*/ 337320 h 335880"/>
              </a:gdLst>
              <a:ahLst/>
              <a:cxnLst/>
              <a:rect l="textAreaLeft" t="textAreaTop" r="textAreaRight" b="textAreaBottom"/>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78" name="Freeform 21"/>
            <p:cNvSpPr/>
            <p:nvPr/>
          </p:nvSpPr>
          <p:spPr>
            <a:xfrm>
              <a:off x="769680" y="5359320"/>
              <a:ext cx="36000" cy="220320"/>
            </a:xfrm>
            <a:custGeom>
              <a:avLst/>
              <a:gdLst>
                <a:gd name="textAreaLeft" fmla="*/ 0 w 36000"/>
                <a:gd name="textAreaRight" fmla="*/ 37440 w 36000"/>
                <a:gd name="textAreaTop" fmla="*/ 0 h 220320"/>
                <a:gd name="textAreaBottom" fmla="*/ 221760 h 220320"/>
              </a:gdLst>
              <a:ahLst/>
              <a:cxnLst/>
              <a:rect l="textAreaLeft" t="textAreaTop" r="textAreaRight" b="textAreaBottom"/>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79" name="Freeform 22"/>
            <p:cNvSpPr/>
            <p:nvPr/>
          </p:nvSpPr>
          <p:spPr>
            <a:xfrm>
              <a:off x="849960" y="6244560"/>
              <a:ext cx="237240" cy="621000"/>
            </a:xfrm>
            <a:custGeom>
              <a:avLst/>
              <a:gdLst>
                <a:gd name="textAreaLeft" fmla="*/ 0 w 237240"/>
                <a:gd name="textAreaRight" fmla="*/ 238680 w 237240"/>
                <a:gd name="textAreaTop" fmla="*/ 0 h 621000"/>
                <a:gd name="textAreaBottom" fmla="*/ 622440 h 621000"/>
              </a:gdLst>
              <a:ahLst/>
              <a:cxnLst/>
              <a:rect l="textAreaLeft" t="textAreaTop" r="textAreaRight" b="textAreaBottom"/>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grpSp>
      <p:grpSp>
        <p:nvGrpSpPr>
          <p:cNvPr id="80" name="Group 9"/>
          <p:cNvGrpSpPr/>
          <p:nvPr/>
        </p:nvGrpSpPr>
        <p:grpSpPr>
          <a:xfrm>
            <a:off x="27360" y="-720"/>
            <a:ext cx="2355120" cy="6852600"/>
            <a:chOff x="27360" y="-720"/>
            <a:chExt cx="2355120" cy="6852600"/>
          </a:xfrm>
        </p:grpSpPr>
        <p:sp>
          <p:nvSpPr>
            <p:cNvPr id="81" name="Freeform 27"/>
            <p:cNvSpPr/>
            <p:nvPr/>
          </p:nvSpPr>
          <p:spPr>
            <a:xfrm>
              <a:off x="27360" y="-720"/>
              <a:ext cx="492840" cy="4399560"/>
            </a:xfrm>
            <a:custGeom>
              <a:avLst/>
              <a:gdLst>
                <a:gd name="textAreaLeft" fmla="*/ 0 w 492840"/>
                <a:gd name="textAreaRight" fmla="*/ 494280 w 492840"/>
                <a:gd name="textAreaTop" fmla="*/ 0 h 4399560"/>
                <a:gd name="textAreaBottom" fmla="*/ 4401000 h 4399560"/>
              </a:gdLst>
              <a:ahLst/>
              <a:cxnLst/>
              <a:rect l="textAreaLeft" t="textAreaTop" r="textAreaRight" b="textAreaBottom"/>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82" name="Freeform 28"/>
            <p:cNvSpPr/>
            <p:nvPr/>
          </p:nvSpPr>
          <p:spPr>
            <a:xfrm>
              <a:off x="550440" y="4316400"/>
              <a:ext cx="421920" cy="1579320"/>
            </a:xfrm>
            <a:custGeom>
              <a:avLst/>
              <a:gdLst>
                <a:gd name="textAreaLeft" fmla="*/ 0 w 421920"/>
                <a:gd name="textAreaRight" fmla="*/ 423360 w 421920"/>
                <a:gd name="textAreaTop" fmla="*/ 0 h 1579320"/>
                <a:gd name="textAreaBottom" fmla="*/ 1580760 h 1579320"/>
              </a:gdLst>
              <a:ahLst/>
              <a:cxnLst/>
              <a:rect l="textAreaLeft" t="textAreaTop" r="textAreaRight" b="textAreaBottom"/>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83" name="Freeform 29"/>
            <p:cNvSpPr/>
            <p:nvPr/>
          </p:nvSpPr>
          <p:spPr>
            <a:xfrm>
              <a:off x="1006200" y="5862600"/>
              <a:ext cx="429480" cy="989280"/>
            </a:xfrm>
            <a:custGeom>
              <a:avLst/>
              <a:gdLst>
                <a:gd name="textAreaLeft" fmla="*/ 0 w 429480"/>
                <a:gd name="textAreaRight" fmla="*/ 430920 w 429480"/>
                <a:gd name="textAreaTop" fmla="*/ 0 h 989280"/>
                <a:gd name="textAreaBottom" fmla="*/ 990720 h 989280"/>
              </a:gdLst>
              <a:ahLst/>
              <a:cxnLst/>
              <a:rect l="textAreaLeft" t="textAreaTop" r="textAreaRight" b="textAreaBottom"/>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84" name="Freeform 30"/>
            <p:cNvSpPr/>
            <p:nvPr/>
          </p:nvSpPr>
          <p:spPr>
            <a:xfrm>
              <a:off x="521640" y="4364280"/>
              <a:ext cx="550440" cy="2234520"/>
            </a:xfrm>
            <a:custGeom>
              <a:avLst/>
              <a:gdLst>
                <a:gd name="textAreaLeft" fmla="*/ 0 w 550440"/>
                <a:gd name="textAreaRight" fmla="*/ 551880 w 550440"/>
                <a:gd name="textAreaTop" fmla="*/ 0 h 2234520"/>
                <a:gd name="textAreaBottom" fmla="*/ 2235960 h 2234520"/>
              </a:gdLst>
              <a:ahLst/>
              <a:cxnLst/>
              <a:rect l="textAreaLeft" t="textAreaTop" r="textAreaRight" b="textAreaBottom"/>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85" name="Freeform 31"/>
            <p:cNvSpPr/>
            <p:nvPr/>
          </p:nvSpPr>
          <p:spPr>
            <a:xfrm>
              <a:off x="468000" y="1289160"/>
              <a:ext cx="172800" cy="3025800"/>
            </a:xfrm>
            <a:custGeom>
              <a:avLst/>
              <a:gdLst>
                <a:gd name="textAreaLeft" fmla="*/ 0 w 172800"/>
                <a:gd name="textAreaRight" fmla="*/ 174240 w 172800"/>
                <a:gd name="textAreaTop" fmla="*/ 0 h 3025800"/>
                <a:gd name="textAreaBottom" fmla="*/ 3027240 h 3025800"/>
              </a:gdLst>
              <a:ahLst/>
              <a:cxnLst/>
              <a:rect l="textAreaLeft" t="textAreaTop" r="textAreaRight" b="textAreaBottom"/>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86" name="Freeform 32"/>
            <p:cNvSpPr/>
            <p:nvPr/>
          </p:nvSpPr>
          <p:spPr>
            <a:xfrm>
              <a:off x="1111680" y="6571440"/>
              <a:ext cx="132840" cy="280080"/>
            </a:xfrm>
            <a:custGeom>
              <a:avLst/>
              <a:gdLst>
                <a:gd name="textAreaLeft" fmla="*/ 0 w 132840"/>
                <a:gd name="textAreaRight" fmla="*/ 134280 w 132840"/>
                <a:gd name="textAreaTop" fmla="*/ 0 h 280080"/>
                <a:gd name="textAreaBottom" fmla="*/ 281520 h 280080"/>
              </a:gdLst>
              <a:ahLst/>
              <a:cxnLst/>
              <a:rect l="textAreaLeft" t="textAreaTop" r="textAreaRight" b="textAreaBottom"/>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87" name="Freeform 33"/>
            <p:cNvSpPr/>
            <p:nvPr/>
          </p:nvSpPr>
          <p:spPr>
            <a:xfrm>
              <a:off x="502560" y="4107600"/>
              <a:ext cx="81000" cy="510120"/>
            </a:xfrm>
            <a:custGeom>
              <a:avLst/>
              <a:gdLst>
                <a:gd name="textAreaLeft" fmla="*/ 0 w 81000"/>
                <a:gd name="textAreaRight" fmla="*/ 82440 w 81000"/>
                <a:gd name="textAreaTop" fmla="*/ 0 h 510120"/>
                <a:gd name="textAreaBottom" fmla="*/ 511560 h 510120"/>
              </a:gdLst>
              <a:ahLst/>
              <a:cxnLst/>
              <a:rect l="textAreaLeft" t="textAreaTop" r="textAreaRight" b="textAreaBottom"/>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88" name="Freeform 34"/>
            <p:cNvSpPr/>
            <p:nvPr/>
          </p:nvSpPr>
          <p:spPr>
            <a:xfrm>
              <a:off x="973800" y="3145680"/>
              <a:ext cx="1408680" cy="2715480"/>
            </a:xfrm>
            <a:custGeom>
              <a:avLst/>
              <a:gdLst>
                <a:gd name="textAreaLeft" fmla="*/ 0 w 1408680"/>
                <a:gd name="textAreaRight" fmla="*/ 1410120 w 1408680"/>
                <a:gd name="textAreaTop" fmla="*/ 0 h 2715480"/>
                <a:gd name="textAreaBottom" fmla="*/ 2716920 h 2715480"/>
              </a:gdLst>
              <a:ahLst/>
              <a:cxnLst/>
              <a:rect l="textAreaLeft" t="textAreaTop" r="textAreaRight" b="textAreaBottom"/>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89" name="Freeform 35"/>
            <p:cNvSpPr/>
            <p:nvPr/>
          </p:nvSpPr>
          <p:spPr>
            <a:xfrm>
              <a:off x="1073520" y="6600240"/>
              <a:ext cx="119160" cy="251640"/>
            </a:xfrm>
            <a:custGeom>
              <a:avLst/>
              <a:gdLst>
                <a:gd name="textAreaLeft" fmla="*/ 0 w 119160"/>
                <a:gd name="textAreaRight" fmla="*/ 120600 w 119160"/>
                <a:gd name="textAreaTop" fmla="*/ 0 h 251640"/>
                <a:gd name="textAreaBottom" fmla="*/ 253080 h 251640"/>
              </a:gdLst>
              <a:ahLst/>
              <a:cxnLst/>
              <a:rect l="textAreaLeft" t="textAreaTop" r="textAreaRight" b="textAreaBottom"/>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90" name="Freeform 36"/>
            <p:cNvSpPr/>
            <p:nvPr/>
          </p:nvSpPr>
          <p:spPr>
            <a:xfrm>
              <a:off x="973800" y="5897160"/>
              <a:ext cx="136440" cy="672840"/>
            </a:xfrm>
            <a:custGeom>
              <a:avLst/>
              <a:gdLst>
                <a:gd name="textAreaLeft" fmla="*/ 0 w 136440"/>
                <a:gd name="textAreaRight" fmla="*/ 137880 w 136440"/>
                <a:gd name="textAreaTop" fmla="*/ 0 h 672840"/>
                <a:gd name="textAreaBottom" fmla="*/ 674280 h 672840"/>
              </a:gdLst>
              <a:ahLst/>
              <a:cxnLst/>
              <a:rect l="textAreaLeft" t="textAreaTop" r="textAreaRight" b="textAreaBottom"/>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91" name="Freeform 37"/>
            <p:cNvSpPr/>
            <p:nvPr/>
          </p:nvSpPr>
          <p:spPr>
            <a:xfrm>
              <a:off x="973800" y="5772600"/>
              <a:ext cx="36720" cy="226440"/>
            </a:xfrm>
            <a:custGeom>
              <a:avLst/>
              <a:gdLst>
                <a:gd name="textAreaLeft" fmla="*/ 0 w 36720"/>
                <a:gd name="textAreaRight" fmla="*/ 38160 w 36720"/>
                <a:gd name="textAreaTop" fmla="*/ 0 h 226440"/>
                <a:gd name="textAreaBottom" fmla="*/ 227880 h 226440"/>
              </a:gdLst>
              <a:ahLst/>
              <a:cxnLst/>
              <a:rect l="textAreaLeft" t="textAreaTop" r="textAreaRight" b="textAreaBottom"/>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92" name="Freeform 38"/>
            <p:cNvSpPr/>
            <p:nvPr/>
          </p:nvSpPr>
          <p:spPr>
            <a:xfrm>
              <a:off x="1006200" y="6322680"/>
              <a:ext cx="209160" cy="529200"/>
            </a:xfrm>
            <a:custGeom>
              <a:avLst/>
              <a:gdLst>
                <a:gd name="textAreaLeft" fmla="*/ 0 w 209160"/>
                <a:gd name="textAreaRight" fmla="*/ 210600 w 209160"/>
                <a:gd name="textAreaTop" fmla="*/ 0 h 529200"/>
                <a:gd name="textAreaBottom" fmla="*/ 530640 h 529200"/>
              </a:gdLst>
              <a:ahLst/>
              <a:cxnLst/>
              <a:rect l="textAreaLeft" t="textAreaTop" r="textAreaRight" b="textAreaBottom"/>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grpSp>
      <p:sp>
        <p:nvSpPr>
          <p:cNvPr id="93" name="Rectangle 6"/>
          <p:cNvSpPr/>
          <p:nvPr/>
        </p:nvSpPr>
        <p:spPr>
          <a:xfrm>
            <a:off x="0" y="0"/>
            <a:ext cx="181440" cy="6856560"/>
          </a:xfrm>
          <a:prstGeom prst="rect">
            <a:avLst/>
          </a:prstGeom>
          <a:solidFill>
            <a:schemeClr val="tx2"/>
          </a:solidFill>
          <a:ln>
            <a:noFill/>
          </a:ln>
          <a:effectLst>
            <a:outerShdw blurRad="38160" dir="5400000" dist="25560" rotWithShape="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94" name="PlaceHolder 1"/>
          <p:cNvSpPr>
            <a:spLocks noGrp="1"/>
          </p:cNvSpPr>
          <p:nvPr>
            <p:ph type="title"/>
          </p:nvPr>
        </p:nvSpPr>
        <p:spPr>
          <a:xfrm>
            <a:off x="2593080" y="624240"/>
            <a:ext cx="8910360" cy="1279440"/>
          </a:xfrm>
          <a:prstGeom prst="rect">
            <a:avLst/>
          </a:prstGeom>
          <a:noFill/>
          <a:ln w="0">
            <a:noFill/>
          </a:ln>
        </p:spPr>
        <p:txBody>
          <a:bodyPr lIns="91440" rIns="91440" tIns="45720" bIns="45720" anchor="t">
            <a:noAutofit/>
          </a:bodyPr>
          <a:p>
            <a:pPr indent="0" defTabSz="457200">
              <a:lnSpc>
                <a:spcPct val="100000"/>
              </a:lnSpc>
              <a:buNone/>
              <a:tabLst>
                <a:tab algn="l" pos="0"/>
              </a:tabLst>
            </a:pPr>
            <a:r>
              <a:rPr lang="en-US" sz="3600" b="0" u="none" strike="noStrike">
                <a:solidFill>
                  <a:schemeClr val="dk1">
                    <a:lumMod val="85000"/>
                    <a:lumOff val="15000"/>
                  </a:schemeClr>
                </a:solidFill>
                <a:effectLst/>
                <a:uFillTx/>
                <a:latin typeface="Century Gothic"/>
              </a:rPr>
              <a:t>Click to edit Master title style</a:t>
            </a:r>
            <a:endParaRPr lang="en-US" sz="3600" b="0" u="none" strike="noStrike">
              <a:solidFill>
                <a:srgbClr val="000000"/>
              </a:solidFill>
              <a:effectLst/>
              <a:uFillTx/>
              <a:latin typeface="Arial"/>
            </a:endParaRPr>
          </a:p>
        </p:txBody>
      </p:sp>
      <p:sp>
        <p:nvSpPr>
          <p:cNvPr id="95" name="PlaceHolder 2"/>
          <p:cNvSpPr>
            <a:spLocks noGrp="1"/>
          </p:cNvSpPr>
          <p:nvPr>
            <p:ph type="body"/>
          </p:nvPr>
        </p:nvSpPr>
        <p:spPr>
          <a:xfrm>
            <a:off x="2589120" y="2133720"/>
            <a:ext cx="8913960" cy="3776040"/>
          </a:xfrm>
          <a:prstGeom prst="rect">
            <a:avLst/>
          </a:prstGeom>
          <a:noFill/>
          <a:ln w="0">
            <a:noFill/>
          </a:ln>
        </p:spPr>
        <p:txBody>
          <a:bodyPr lIns="91440" rIns="91440" tIns="45720" bIns="45720" anchor="t">
            <a:noAutofit/>
          </a:bodyPr>
          <a:p>
            <a:pPr marL="343080" indent="-343080" defTabSz="457200">
              <a:lnSpc>
                <a:spcPct val="100000"/>
              </a:lnSpc>
              <a:spcBef>
                <a:spcPts val="1001"/>
              </a:spcBef>
              <a:buClr>
                <a:srgbClr val="a53010"/>
              </a:buClr>
              <a:buFont typeface="Wingdings 3" charset="2"/>
              <a:buChar char=""/>
            </a:pPr>
            <a:r>
              <a:rPr lang="en-US" sz="1800" b="0" u="none" strike="noStrike">
                <a:solidFill>
                  <a:schemeClr val="dk1">
                    <a:lumMod val="75000"/>
                    <a:lumOff val="25000"/>
                  </a:schemeClr>
                </a:solidFill>
                <a:effectLst/>
                <a:uFillTx/>
                <a:latin typeface="Century Gothic"/>
              </a:rPr>
              <a:t>Click to edit Master text styles</a:t>
            </a:r>
            <a:endParaRPr lang="en-US" sz="1800" b="0" u="none" strike="noStrike">
              <a:solidFill>
                <a:srgbClr val="000000"/>
              </a:solidFill>
              <a:effectLst/>
              <a:uFillTx/>
              <a:latin typeface="Arial"/>
            </a:endParaRPr>
          </a:p>
          <a:p>
            <a:pPr marL="743040" lvl="1" indent="-285840" defTabSz="457200">
              <a:lnSpc>
                <a:spcPct val="100000"/>
              </a:lnSpc>
              <a:spcBef>
                <a:spcPts val="1001"/>
              </a:spcBef>
              <a:buClr>
                <a:srgbClr val="a53010"/>
              </a:buClr>
              <a:buFont typeface="Wingdings 3" charset="2"/>
              <a:buChar char=""/>
            </a:pPr>
            <a:r>
              <a:rPr lang="en-US" sz="1600" b="0" u="none" strike="noStrike">
                <a:solidFill>
                  <a:schemeClr val="dk1">
                    <a:lumMod val="75000"/>
                    <a:lumOff val="25000"/>
                  </a:schemeClr>
                </a:solidFill>
                <a:effectLst/>
                <a:uFillTx/>
                <a:latin typeface="Century Gothic"/>
              </a:rPr>
              <a:t>Second level</a:t>
            </a:r>
            <a:endParaRPr lang="en-US" sz="1600" b="0" u="none" strike="noStrike">
              <a:solidFill>
                <a:srgbClr val="000000"/>
              </a:solidFill>
              <a:effectLst/>
              <a:uFillTx/>
              <a:latin typeface="Arial"/>
            </a:endParaRPr>
          </a:p>
          <a:p>
            <a:pPr marL="1143000" lvl="2" indent="-228600" defTabSz="457200">
              <a:lnSpc>
                <a:spcPct val="100000"/>
              </a:lnSpc>
              <a:spcBef>
                <a:spcPts val="1001"/>
              </a:spcBef>
              <a:buClr>
                <a:srgbClr val="a53010"/>
              </a:buClr>
              <a:buFont typeface="Wingdings 3" charset="2"/>
              <a:buChar char=""/>
            </a:pPr>
            <a:r>
              <a:rPr lang="en-US" sz="1400" b="0" u="none" strike="noStrike">
                <a:solidFill>
                  <a:schemeClr val="dk1">
                    <a:lumMod val="75000"/>
                    <a:lumOff val="25000"/>
                  </a:schemeClr>
                </a:solidFill>
                <a:effectLst/>
                <a:uFillTx/>
                <a:latin typeface="Century Gothic"/>
              </a:rPr>
              <a:t>Third level</a:t>
            </a:r>
            <a:endParaRPr lang="en-US" sz="1400" b="0" u="none" strike="noStrike">
              <a:solidFill>
                <a:srgbClr val="000000"/>
              </a:solidFill>
              <a:effectLst/>
              <a:uFillTx/>
              <a:latin typeface="Arial"/>
            </a:endParaRPr>
          </a:p>
          <a:p>
            <a:pPr marL="1600200" lvl="3" indent="-228600" defTabSz="457200">
              <a:lnSpc>
                <a:spcPct val="100000"/>
              </a:lnSpc>
              <a:spcBef>
                <a:spcPts val="1001"/>
              </a:spcBef>
              <a:buClr>
                <a:srgbClr val="a53010"/>
              </a:buClr>
              <a:buFont typeface="Wingdings 3" charset="2"/>
              <a:buChar char=""/>
            </a:pPr>
            <a:r>
              <a:rPr lang="en-US" sz="1200" b="0" u="none" strike="noStrike">
                <a:solidFill>
                  <a:schemeClr val="dk1">
                    <a:lumMod val="75000"/>
                    <a:lumOff val="25000"/>
                  </a:schemeClr>
                </a:solidFill>
                <a:effectLst/>
                <a:uFillTx/>
                <a:latin typeface="Century Gothic"/>
              </a:rPr>
              <a:t>Fourth level</a:t>
            </a:r>
            <a:endParaRPr lang="en-US" sz="1200" b="0" u="none" strike="noStrike">
              <a:solidFill>
                <a:srgbClr val="000000"/>
              </a:solidFill>
              <a:effectLst/>
              <a:uFillTx/>
              <a:latin typeface="Arial"/>
            </a:endParaRPr>
          </a:p>
          <a:p>
            <a:pPr marL="2057400" lvl="4" indent="-228600" defTabSz="457200">
              <a:lnSpc>
                <a:spcPct val="100000"/>
              </a:lnSpc>
              <a:spcBef>
                <a:spcPts val="1001"/>
              </a:spcBef>
              <a:buClr>
                <a:srgbClr val="a53010"/>
              </a:buClr>
              <a:buFont typeface="Wingdings 3" charset="2"/>
              <a:buChar char=""/>
            </a:pPr>
            <a:r>
              <a:rPr lang="en-US" sz="1200" b="0" u="none" strike="noStrike">
                <a:solidFill>
                  <a:schemeClr val="dk1">
                    <a:lumMod val="75000"/>
                    <a:lumOff val="25000"/>
                  </a:schemeClr>
                </a:solidFill>
                <a:effectLst/>
                <a:uFillTx/>
                <a:latin typeface="Century Gothic"/>
              </a:rPr>
              <a:t>Fifth level</a:t>
            </a:r>
            <a:endParaRPr lang="en-US" sz="1200" b="0" u="none" strike="noStrike">
              <a:solidFill>
                <a:srgbClr val="000000"/>
              </a:solidFill>
              <a:effectLst/>
              <a:uFillTx/>
              <a:latin typeface="Arial"/>
            </a:endParaRPr>
          </a:p>
        </p:txBody>
      </p:sp>
      <p:sp>
        <p:nvSpPr>
          <p:cNvPr id="96" name="PlaceHolder 3"/>
          <p:cNvSpPr>
            <a:spLocks noGrp="1"/>
          </p:cNvSpPr>
          <p:nvPr>
            <p:ph type="dt" idx="7"/>
          </p:nvPr>
        </p:nvSpPr>
        <p:spPr>
          <a:xfrm>
            <a:off x="10361520" y="6130440"/>
            <a:ext cx="1144800" cy="3690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US" sz="900" b="0" u="none" strike="noStrike">
                <a:solidFill>
                  <a:schemeClr val="dk1">
                    <a:tint val="75000"/>
                  </a:schemeClr>
                </a:solidFill>
                <a:effectLst/>
                <a:uFillTx/>
                <a:latin typeface="Century Gothic"/>
              </a:defRPr>
            </a:lvl1pPr>
          </a:lstStyle>
          <a:p>
            <a:pPr indent="0" algn="r" defTabSz="457200">
              <a:lnSpc>
                <a:spcPct val="100000"/>
              </a:lnSpc>
              <a:buNone/>
              <a:tabLst>
                <a:tab algn="l" pos="0"/>
              </a:tabLst>
            </a:pPr>
            <a:r>
              <a:rPr lang="en-US" sz="900" b="0" u="none" strike="noStrike">
                <a:solidFill>
                  <a:schemeClr val="dk1">
                    <a:tint val="75000"/>
                  </a:schemeClr>
                </a:solidFill>
                <a:effectLst/>
                <a:uFillTx/>
                <a:latin typeface="Century Gothic"/>
              </a:rPr>
              <a:t>&lt;date/time&gt;</a:t>
            </a:r>
            <a:endParaRPr lang="en-US" sz="900" b="0" u="none" strike="noStrike">
              <a:solidFill>
                <a:srgbClr val="000000"/>
              </a:solidFill>
              <a:effectLst/>
              <a:uFillTx/>
              <a:latin typeface="Times New Roman"/>
            </a:endParaRPr>
          </a:p>
        </p:txBody>
      </p:sp>
      <p:sp>
        <p:nvSpPr>
          <p:cNvPr id="97" name="PlaceHolder 4"/>
          <p:cNvSpPr>
            <a:spLocks noGrp="1"/>
          </p:cNvSpPr>
          <p:nvPr>
            <p:ph type="ftr" idx="8"/>
          </p:nvPr>
        </p:nvSpPr>
        <p:spPr>
          <a:xfrm>
            <a:off x="2589120" y="6135840"/>
            <a:ext cx="7618680" cy="36360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Times New Roman"/>
              </a:defRPr>
            </a:lvl1pPr>
          </a:lstStyle>
          <a:p>
            <a:pPr indent="0" algn="ctr">
              <a:lnSpc>
                <a:spcPct val="100000"/>
              </a:lnSpc>
              <a:buNone/>
              <a:tabLst>
                <a:tab algn="l" pos="0"/>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98" name="Freeform 11"/>
          <p:cNvSpPr/>
          <p:nvPr/>
        </p:nvSpPr>
        <p:spPr>
          <a:xfrm flipV="1">
            <a:off x="-2880" y="711360"/>
            <a:ext cx="1587240" cy="505800"/>
          </a:xfrm>
          <a:custGeom>
            <a:avLst/>
            <a:gdLst>
              <a:gd name="textAreaLeft" fmla="*/ 0 w 1587240"/>
              <a:gd name="textAreaRight" fmla="*/ 1588680 w 1587240"/>
              <a:gd name="textAreaTop" fmla="*/ 720 h 505800"/>
              <a:gd name="textAreaBottom" fmla="*/ 507960 h 505800"/>
            </a:gdLst>
            <a:ahLst/>
            <a:cxnLst/>
            <a:rect l="textAreaLeft" t="textAreaTop" r="textAreaRight" b="textAreaBottom"/>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99" name="PlaceHolder 5"/>
          <p:cNvSpPr>
            <a:spLocks noGrp="1"/>
          </p:cNvSpPr>
          <p:nvPr>
            <p:ph type="sldNum" idx="9"/>
          </p:nvPr>
        </p:nvSpPr>
        <p:spPr>
          <a:xfrm>
            <a:off x="531720" y="787680"/>
            <a:ext cx="77832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US" sz="2000" b="0" u="none" strike="noStrike">
                <a:solidFill>
                  <a:srgbClr val="feffff"/>
                </a:solidFill>
                <a:effectLst/>
                <a:uFillTx/>
                <a:latin typeface="Century Gothic"/>
              </a:defRPr>
            </a:lvl1pPr>
          </a:lstStyle>
          <a:p>
            <a:pPr indent="0" algn="r" defTabSz="457200">
              <a:lnSpc>
                <a:spcPct val="100000"/>
              </a:lnSpc>
              <a:buNone/>
              <a:tabLst>
                <a:tab algn="l" pos="0"/>
              </a:tabLst>
            </a:pPr>
            <a:fld id="{6851BC00-F168-42EA-85A4-3D6B3DCAABA9}" type="slidenum">
              <a:rPr lang="en-US" sz="2000" b="0" u="none" strike="noStrike">
                <a:solidFill>
                  <a:srgbClr val="feffff"/>
                </a:solidFill>
                <a:effectLst/>
                <a:uFillTx/>
                <a:latin typeface="Century Gothic"/>
              </a:rPr>
              <a:t>&lt;number&gt;</a:t>
            </a:fld>
            <a:endParaRPr lang="en-US" sz="2000" b="0" u="none" strike="noStrike">
              <a:solidFill>
                <a:srgbClr val="000000"/>
              </a:solidFill>
              <a:effectLst/>
              <a:uFillTx/>
              <a:latin typeface="Times New Roman"/>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bg>
      <p:bgPr>
        <a:gradFill rotWithShape="0">
          <a:gsLst>
            <a:gs pos="0">
              <a:srgbClr val="ffffff"/>
            </a:gs>
            <a:gs pos="100000">
              <a:srgbClr val="dfe7c4"/>
            </a:gs>
          </a:gsLst>
          <a:path path="circle">
            <a:fillToRect l="25000" t="25000" r="75000" b="75000"/>
          </a:path>
        </a:gradFill>
      </p:bgPr>
    </p:bg>
    <p:spTree>
      <p:nvGrpSpPr>
        <p:cNvPr id="1" name=""/>
        <p:cNvGrpSpPr/>
        <p:nvPr/>
      </p:nvGrpSpPr>
      <p:grpSpPr>
        <a:xfrm>
          <a:off x="0" y="0"/>
          <a:ext cx="0" cy="0"/>
          <a:chOff x="0" y="0"/>
          <a:chExt cx="0" cy="0"/>
        </a:xfrm>
      </p:grpSpPr>
      <p:grpSp>
        <p:nvGrpSpPr>
          <p:cNvPr id="100" name="Group 22"/>
          <p:cNvGrpSpPr/>
          <p:nvPr/>
        </p:nvGrpSpPr>
        <p:grpSpPr>
          <a:xfrm>
            <a:off x="0" y="228600"/>
            <a:ext cx="2850120" cy="6637320"/>
            <a:chOff x="0" y="228600"/>
            <a:chExt cx="2850120" cy="6637320"/>
          </a:xfrm>
        </p:grpSpPr>
        <p:sp>
          <p:nvSpPr>
            <p:cNvPr id="101" name="Freeform 11"/>
            <p:cNvSpPr/>
            <p:nvPr/>
          </p:nvSpPr>
          <p:spPr>
            <a:xfrm>
              <a:off x="0" y="2575080"/>
              <a:ext cx="99360" cy="624600"/>
            </a:xfrm>
            <a:custGeom>
              <a:avLst/>
              <a:gdLst>
                <a:gd name="textAreaLeft" fmla="*/ 0 w 99360"/>
                <a:gd name="textAreaRight" fmla="*/ 100800 w 99360"/>
                <a:gd name="textAreaTop" fmla="*/ 0 h 624600"/>
                <a:gd name="textAreaBottom" fmla="*/ 626040 h 624600"/>
              </a:gdLst>
              <a:ahLst/>
              <a:cxnLst/>
              <a:rect l="textAreaLeft" t="textAreaTop" r="textAreaRight" b="textAreaBottom"/>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102" name="Freeform 12"/>
            <p:cNvSpPr/>
            <p:nvPr/>
          </p:nvSpPr>
          <p:spPr>
            <a:xfrm>
              <a:off x="128520" y="3156480"/>
              <a:ext cx="645120" cy="2320920"/>
            </a:xfrm>
            <a:custGeom>
              <a:avLst/>
              <a:gdLst>
                <a:gd name="textAreaLeft" fmla="*/ 0 w 645120"/>
                <a:gd name="textAreaRight" fmla="*/ 646560 w 645120"/>
                <a:gd name="textAreaTop" fmla="*/ 0 h 2320920"/>
                <a:gd name="textAreaBottom" fmla="*/ 2322360 h 2320920"/>
              </a:gdLst>
              <a:ahLst/>
              <a:cxnLst/>
              <a:rect l="textAreaLeft" t="textAreaTop" r="textAreaRight" b="textAreaBottom"/>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103" name="Freeform 13"/>
            <p:cNvSpPr/>
            <p:nvPr/>
          </p:nvSpPr>
          <p:spPr>
            <a:xfrm>
              <a:off x="807120" y="5447160"/>
              <a:ext cx="608040" cy="1418760"/>
            </a:xfrm>
            <a:custGeom>
              <a:avLst/>
              <a:gdLst>
                <a:gd name="textAreaLeft" fmla="*/ 0 w 608040"/>
                <a:gd name="textAreaRight" fmla="*/ 609480 w 608040"/>
                <a:gd name="textAreaTop" fmla="*/ 0 h 1418760"/>
                <a:gd name="textAreaBottom" fmla="*/ 1420200 h 1418760"/>
              </a:gdLst>
              <a:ahLst/>
              <a:cxnLst/>
              <a:rect l="textAreaLeft" t="textAreaTop" r="textAreaRight" b="textAreaBottom"/>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104" name="Freeform 14"/>
            <p:cNvSpPr/>
            <p:nvPr/>
          </p:nvSpPr>
          <p:spPr>
            <a:xfrm>
              <a:off x="959760" y="6503760"/>
              <a:ext cx="169920" cy="362160"/>
            </a:xfrm>
            <a:custGeom>
              <a:avLst/>
              <a:gdLst>
                <a:gd name="textAreaLeft" fmla="*/ 0 w 169920"/>
                <a:gd name="textAreaRight" fmla="*/ 171360 w 169920"/>
                <a:gd name="textAreaTop" fmla="*/ 0 h 362160"/>
                <a:gd name="textAreaBottom" fmla="*/ 363600 h 362160"/>
              </a:gdLst>
              <a:ahLst/>
              <a:cxnLst/>
              <a:rect l="textAreaLeft" t="textAreaTop" r="textAreaRight" b="textAreaBottom"/>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105" name="Freeform 15"/>
            <p:cNvSpPr/>
            <p:nvPr/>
          </p:nvSpPr>
          <p:spPr>
            <a:xfrm>
              <a:off x="100800" y="3201120"/>
              <a:ext cx="820440" cy="3327120"/>
            </a:xfrm>
            <a:custGeom>
              <a:avLst/>
              <a:gdLst>
                <a:gd name="textAreaLeft" fmla="*/ 0 w 820440"/>
                <a:gd name="textAreaRight" fmla="*/ 821880 w 820440"/>
                <a:gd name="textAreaTop" fmla="*/ 0 h 3327120"/>
                <a:gd name="textAreaBottom" fmla="*/ 3328560 h 3327120"/>
              </a:gdLst>
              <a:ahLst/>
              <a:cxnLst/>
              <a:rect l="textAreaLeft" t="textAreaTop" r="textAreaRight" b="textAreaBottom"/>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106" name="Freeform 16"/>
            <p:cNvSpPr/>
            <p:nvPr/>
          </p:nvSpPr>
          <p:spPr>
            <a:xfrm>
              <a:off x="22320" y="228600"/>
              <a:ext cx="104760" cy="2926440"/>
            </a:xfrm>
            <a:custGeom>
              <a:avLst/>
              <a:gdLst>
                <a:gd name="textAreaLeft" fmla="*/ 0 w 104760"/>
                <a:gd name="textAreaRight" fmla="*/ 106200 w 104760"/>
                <a:gd name="textAreaTop" fmla="*/ 0 h 2926440"/>
                <a:gd name="textAreaBottom" fmla="*/ 2927880 h 2926440"/>
              </a:gdLst>
              <a:ahLst/>
              <a:cxnLst/>
              <a:rect l="textAreaLeft" t="textAreaTop" r="textAreaRight" b="textAreaBottom"/>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107" name="Freeform 17"/>
            <p:cNvSpPr/>
            <p:nvPr/>
          </p:nvSpPr>
          <p:spPr>
            <a:xfrm>
              <a:off x="78120" y="2944080"/>
              <a:ext cx="76680" cy="492480"/>
            </a:xfrm>
            <a:custGeom>
              <a:avLst/>
              <a:gdLst>
                <a:gd name="textAreaLeft" fmla="*/ 0 w 76680"/>
                <a:gd name="textAreaRight" fmla="*/ 78120 w 76680"/>
                <a:gd name="textAreaTop" fmla="*/ 0 h 492480"/>
                <a:gd name="textAreaBottom" fmla="*/ 493920 h 492480"/>
              </a:gdLst>
              <a:ahLst/>
              <a:cxnLst/>
              <a:rect l="textAreaLeft" t="textAreaTop" r="textAreaRight" b="textAreaBottom"/>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108" name="Freeform 18"/>
            <p:cNvSpPr/>
            <p:nvPr/>
          </p:nvSpPr>
          <p:spPr>
            <a:xfrm>
              <a:off x="769680" y="5478840"/>
              <a:ext cx="188640" cy="1023480"/>
            </a:xfrm>
            <a:custGeom>
              <a:avLst/>
              <a:gdLst>
                <a:gd name="textAreaLeft" fmla="*/ 0 w 188640"/>
                <a:gd name="textAreaRight" fmla="*/ 190080 w 188640"/>
                <a:gd name="textAreaTop" fmla="*/ 0 h 1023480"/>
                <a:gd name="textAreaBottom" fmla="*/ 1024920 h 1023480"/>
              </a:gdLst>
              <a:ahLst/>
              <a:cxnLst/>
              <a:rect l="textAreaLeft" t="textAreaTop" r="textAreaRight" b="textAreaBottom"/>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109" name="Freeform 19"/>
            <p:cNvSpPr/>
            <p:nvPr/>
          </p:nvSpPr>
          <p:spPr>
            <a:xfrm>
              <a:off x="775440" y="1398960"/>
              <a:ext cx="2074680" cy="4046760"/>
            </a:xfrm>
            <a:custGeom>
              <a:avLst/>
              <a:gdLst>
                <a:gd name="textAreaLeft" fmla="*/ 0 w 2074680"/>
                <a:gd name="textAreaRight" fmla="*/ 2076120 w 2074680"/>
                <a:gd name="textAreaTop" fmla="*/ 0 h 4046760"/>
                <a:gd name="textAreaBottom" fmla="*/ 4048200 h 4046760"/>
              </a:gdLst>
              <a:ahLst/>
              <a:cxnLst/>
              <a:rect l="textAreaLeft" t="textAreaTop" r="textAreaRight" b="textAreaBottom"/>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110" name="Freeform 20"/>
            <p:cNvSpPr/>
            <p:nvPr/>
          </p:nvSpPr>
          <p:spPr>
            <a:xfrm>
              <a:off x="922680" y="6530040"/>
              <a:ext cx="160560" cy="335880"/>
            </a:xfrm>
            <a:custGeom>
              <a:avLst/>
              <a:gdLst>
                <a:gd name="textAreaLeft" fmla="*/ 0 w 160560"/>
                <a:gd name="textAreaRight" fmla="*/ 162000 w 160560"/>
                <a:gd name="textAreaTop" fmla="*/ 0 h 335880"/>
                <a:gd name="textAreaBottom" fmla="*/ 337320 h 335880"/>
              </a:gdLst>
              <a:ahLst/>
              <a:cxnLst/>
              <a:rect l="textAreaLeft" t="textAreaTop" r="textAreaRight" b="textAreaBottom"/>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111" name="Freeform 21"/>
            <p:cNvSpPr/>
            <p:nvPr/>
          </p:nvSpPr>
          <p:spPr>
            <a:xfrm>
              <a:off x="769680" y="5359320"/>
              <a:ext cx="36000" cy="220320"/>
            </a:xfrm>
            <a:custGeom>
              <a:avLst/>
              <a:gdLst>
                <a:gd name="textAreaLeft" fmla="*/ 0 w 36000"/>
                <a:gd name="textAreaRight" fmla="*/ 37440 w 36000"/>
                <a:gd name="textAreaTop" fmla="*/ 0 h 220320"/>
                <a:gd name="textAreaBottom" fmla="*/ 221760 h 220320"/>
              </a:gdLst>
              <a:ahLst/>
              <a:cxnLst/>
              <a:rect l="textAreaLeft" t="textAreaTop" r="textAreaRight" b="textAreaBottom"/>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112" name="Freeform 22"/>
            <p:cNvSpPr/>
            <p:nvPr/>
          </p:nvSpPr>
          <p:spPr>
            <a:xfrm>
              <a:off x="849960" y="6244560"/>
              <a:ext cx="237240" cy="621000"/>
            </a:xfrm>
            <a:custGeom>
              <a:avLst/>
              <a:gdLst>
                <a:gd name="textAreaLeft" fmla="*/ 0 w 237240"/>
                <a:gd name="textAreaRight" fmla="*/ 238680 w 237240"/>
                <a:gd name="textAreaTop" fmla="*/ 0 h 621000"/>
                <a:gd name="textAreaBottom" fmla="*/ 622440 h 621000"/>
              </a:gdLst>
              <a:ahLst/>
              <a:cxnLst/>
              <a:rect l="textAreaLeft" t="textAreaTop" r="textAreaRight" b="textAreaBottom"/>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grpSp>
      <p:grpSp>
        <p:nvGrpSpPr>
          <p:cNvPr id="113" name="Group 9"/>
          <p:cNvGrpSpPr/>
          <p:nvPr/>
        </p:nvGrpSpPr>
        <p:grpSpPr>
          <a:xfrm>
            <a:off x="27360" y="-720"/>
            <a:ext cx="2355120" cy="6852600"/>
            <a:chOff x="27360" y="-720"/>
            <a:chExt cx="2355120" cy="6852600"/>
          </a:xfrm>
        </p:grpSpPr>
        <p:sp>
          <p:nvSpPr>
            <p:cNvPr id="114" name="Freeform 27"/>
            <p:cNvSpPr/>
            <p:nvPr/>
          </p:nvSpPr>
          <p:spPr>
            <a:xfrm>
              <a:off x="27360" y="-720"/>
              <a:ext cx="492840" cy="4399560"/>
            </a:xfrm>
            <a:custGeom>
              <a:avLst/>
              <a:gdLst>
                <a:gd name="textAreaLeft" fmla="*/ 0 w 492840"/>
                <a:gd name="textAreaRight" fmla="*/ 494280 w 492840"/>
                <a:gd name="textAreaTop" fmla="*/ 0 h 4399560"/>
                <a:gd name="textAreaBottom" fmla="*/ 4401000 h 4399560"/>
              </a:gdLst>
              <a:ahLst/>
              <a:cxnLst/>
              <a:rect l="textAreaLeft" t="textAreaTop" r="textAreaRight" b="textAreaBottom"/>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115" name="Freeform 28"/>
            <p:cNvSpPr/>
            <p:nvPr/>
          </p:nvSpPr>
          <p:spPr>
            <a:xfrm>
              <a:off x="550440" y="4316400"/>
              <a:ext cx="421920" cy="1579320"/>
            </a:xfrm>
            <a:custGeom>
              <a:avLst/>
              <a:gdLst>
                <a:gd name="textAreaLeft" fmla="*/ 0 w 421920"/>
                <a:gd name="textAreaRight" fmla="*/ 423360 w 421920"/>
                <a:gd name="textAreaTop" fmla="*/ 0 h 1579320"/>
                <a:gd name="textAreaBottom" fmla="*/ 1580760 h 1579320"/>
              </a:gdLst>
              <a:ahLst/>
              <a:cxnLst/>
              <a:rect l="textAreaLeft" t="textAreaTop" r="textAreaRight" b="textAreaBottom"/>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116" name="Freeform 29"/>
            <p:cNvSpPr/>
            <p:nvPr/>
          </p:nvSpPr>
          <p:spPr>
            <a:xfrm>
              <a:off x="1006200" y="5862600"/>
              <a:ext cx="429480" cy="989280"/>
            </a:xfrm>
            <a:custGeom>
              <a:avLst/>
              <a:gdLst>
                <a:gd name="textAreaLeft" fmla="*/ 0 w 429480"/>
                <a:gd name="textAreaRight" fmla="*/ 430920 w 429480"/>
                <a:gd name="textAreaTop" fmla="*/ 0 h 989280"/>
                <a:gd name="textAreaBottom" fmla="*/ 990720 h 989280"/>
              </a:gdLst>
              <a:ahLst/>
              <a:cxnLst/>
              <a:rect l="textAreaLeft" t="textAreaTop" r="textAreaRight" b="textAreaBottom"/>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117" name="Freeform 30"/>
            <p:cNvSpPr/>
            <p:nvPr/>
          </p:nvSpPr>
          <p:spPr>
            <a:xfrm>
              <a:off x="521640" y="4364280"/>
              <a:ext cx="550440" cy="2234520"/>
            </a:xfrm>
            <a:custGeom>
              <a:avLst/>
              <a:gdLst>
                <a:gd name="textAreaLeft" fmla="*/ 0 w 550440"/>
                <a:gd name="textAreaRight" fmla="*/ 551880 w 550440"/>
                <a:gd name="textAreaTop" fmla="*/ 0 h 2234520"/>
                <a:gd name="textAreaBottom" fmla="*/ 2235960 h 2234520"/>
              </a:gdLst>
              <a:ahLst/>
              <a:cxnLst/>
              <a:rect l="textAreaLeft" t="textAreaTop" r="textAreaRight" b="textAreaBottom"/>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118" name="Freeform 31"/>
            <p:cNvSpPr/>
            <p:nvPr/>
          </p:nvSpPr>
          <p:spPr>
            <a:xfrm>
              <a:off x="468000" y="1289160"/>
              <a:ext cx="172800" cy="3025800"/>
            </a:xfrm>
            <a:custGeom>
              <a:avLst/>
              <a:gdLst>
                <a:gd name="textAreaLeft" fmla="*/ 0 w 172800"/>
                <a:gd name="textAreaRight" fmla="*/ 174240 w 172800"/>
                <a:gd name="textAreaTop" fmla="*/ 0 h 3025800"/>
                <a:gd name="textAreaBottom" fmla="*/ 3027240 h 3025800"/>
              </a:gdLst>
              <a:ahLst/>
              <a:cxnLst/>
              <a:rect l="textAreaLeft" t="textAreaTop" r="textAreaRight" b="textAreaBottom"/>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119" name="Freeform 32"/>
            <p:cNvSpPr/>
            <p:nvPr/>
          </p:nvSpPr>
          <p:spPr>
            <a:xfrm>
              <a:off x="1111680" y="6571440"/>
              <a:ext cx="132840" cy="280080"/>
            </a:xfrm>
            <a:custGeom>
              <a:avLst/>
              <a:gdLst>
                <a:gd name="textAreaLeft" fmla="*/ 0 w 132840"/>
                <a:gd name="textAreaRight" fmla="*/ 134280 w 132840"/>
                <a:gd name="textAreaTop" fmla="*/ 0 h 280080"/>
                <a:gd name="textAreaBottom" fmla="*/ 281520 h 280080"/>
              </a:gdLst>
              <a:ahLst/>
              <a:cxnLst/>
              <a:rect l="textAreaLeft" t="textAreaTop" r="textAreaRight" b="textAreaBottom"/>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120" name="Freeform 33"/>
            <p:cNvSpPr/>
            <p:nvPr/>
          </p:nvSpPr>
          <p:spPr>
            <a:xfrm>
              <a:off x="502560" y="4107600"/>
              <a:ext cx="81000" cy="510120"/>
            </a:xfrm>
            <a:custGeom>
              <a:avLst/>
              <a:gdLst>
                <a:gd name="textAreaLeft" fmla="*/ 0 w 81000"/>
                <a:gd name="textAreaRight" fmla="*/ 82440 w 81000"/>
                <a:gd name="textAreaTop" fmla="*/ 0 h 510120"/>
                <a:gd name="textAreaBottom" fmla="*/ 511560 h 510120"/>
              </a:gdLst>
              <a:ahLst/>
              <a:cxnLst/>
              <a:rect l="textAreaLeft" t="textAreaTop" r="textAreaRight" b="textAreaBottom"/>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121" name="Freeform 34"/>
            <p:cNvSpPr/>
            <p:nvPr/>
          </p:nvSpPr>
          <p:spPr>
            <a:xfrm>
              <a:off x="973800" y="3145680"/>
              <a:ext cx="1408680" cy="2715480"/>
            </a:xfrm>
            <a:custGeom>
              <a:avLst/>
              <a:gdLst>
                <a:gd name="textAreaLeft" fmla="*/ 0 w 1408680"/>
                <a:gd name="textAreaRight" fmla="*/ 1410120 w 1408680"/>
                <a:gd name="textAreaTop" fmla="*/ 0 h 2715480"/>
                <a:gd name="textAreaBottom" fmla="*/ 2716920 h 2715480"/>
              </a:gdLst>
              <a:ahLst/>
              <a:cxnLst/>
              <a:rect l="textAreaLeft" t="textAreaTop" r="textAreaRight" b="textAreaBottom"/>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122" name="Freeform 35"/>
            <p:cNvSpPr/>
            <p:nvPr/>
          </p:nvSpPr>
          <p:spPr>
            <a:xfrm>
              <a:off x="1073520" y="6600240"/>
              <a:ext cx="119160" cy="251640"/>
            </a:xfrm>
            <a:custGeom>
              <a:avLst/>
              <a:gdLst>
                <a:gd name="textAreaLeft" fmla="*/ 0 w 119160"/>
                <a:gd name="textAreaRight" fmla="*/ 120600 w 119160"/>
                <a:gd name="textAreaTop" fmla="*/ 0 h 251640"/>
                <a:gd name="textAreaBottom" fmla="*/ 253080 h 251640"/>
              </a:gdLst>
              <a:ahLst/>
              <a:cxnLst/>
              <a:rect l="textAreaLeft" t="textAreaTop" r="textAreaRight" b="textAreaBottom"/>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123" name="Freeform 36"/>
            <p:cNvSpPr/>
            <p:nvPr/>
          </p:nvSpPr>
          <p:spPr>
            <a:xfrm>
              <a:off x="973800" y="5897160"/>
              <a:ext cx="136440" cy="672840"/>
            </a:xfrm>
            <a:custGeom>
              <a:avLst/>
              <a:gdLst>
                <a:gd name="textAreaLeft" fmla="*/ 0 w 136440"/>
                <a:gd name="textAreaRight" fmla="*/ 137880 w 136440"/>
                <a:gd name="textAreaTop" fmla="*/ 0 h 672840"/>
                <a:gd name="textAreaBottom" fmla="*/ 674280 h 672840"/>
              </a:gdLst>
              <a:ahLst/>
              <a:cxnLst/>
              <a:rect l="textAreaLeft" t="textAreaTop" r="textAreaRight" b="textAreaBottom"/>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124" name="Freeform 37"/>
            <p:cNvSpPr/>
            <p:nvPr/>
          </p:nvSpPr>
          <p:spPr>
            <a:xfrm>
              <a:off x="973800" y="5772600"/>
              <a:ext cx="36720" cy="226440"/>
            </a:xfrm>
            <a:custGeom>
              <a:avLst/>
              <a:gdLst>
                <a:gd name="textAreaLeft" fmla="*/ 0 w 36720"/>
                <a:gd name="textAreaRight" fmla="*/ 38160 w 36720"/>
                <a:gd name="textAreaTop" fmla="*/ 0 h 226440"/>
                <a:gd name="textAreaBottom" fmla="*/ 227880 h 226440"/>
              </a:gdLst>
              <a:ahLst/>
              <a:cxnLst/>
              <a:rect l="textAreaLeft" t="textAreaTop" r="textAreaRight" b="textAreaBottom"/>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125" name="Freeform 38"/>
            <p:cNvSpPr/>
            <p:nvPr/>
          </p:nvSpPr>
          <p:spPr>
            <a:xfrm>
              <a:off x="1006200" y="6322680"/>
              <a:ext cx="209160" cy="529200"/>
            </a:xfrm>
            <a:custGeom>
              <a:avLst/>
              <a:gdLst>
                <a:gd name="textAreaLeft" fmla="*/ 0 w 209160"/>
                <a:gd name="textAreaRight" fmla="*/ 210600 w 209160"/>
                <a:gd name="textAreaTop" fmla="*/ 0 h 529200"/>
                <a:gd name="textAreaBottom" fmla="*/ 530640 h 529200"/>
              </a:gdLst>
              <a:ahLst/>
              <a:cxnLst/>
              <a:rect l="textAreaLeft" t="textAreaTop" r="textAreaRight" b="textAreaBottom"/>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grpSp>
      <p:sp>
        <p:nvSpPr>
          <p:cNvPr id="126" name="Rectangle 6"/>
          <p:cNvSpPr/>
          <p:nvPr/>
        </p:nvSpPr>
        <p:spPr>
          <a:xfrm>
            <a:off x="0" y="0"/>
            <a:ext cx="181440" cy="6856560"/>
          </a:xfrm>
          <a:prstGeom prst="rect">
            <a:avLst/>
          </a:prstGeom>
          <a:solidFill>
            <a:schemeClr val="tx2"/>
          </a:solidFill>
          <a:ln>
            <a:noFill/>
          </a:ln>
          <a:effectLst>
            <a:outerShdw blurRad="38160" dir="5400000" dist="25560" rotWithShape="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127" name="PlaceHolder 1"/>
          <p:cNvSpPr>
            <a:spLocks noGrp="1"/>
          </p:cNvSpPr>
          <p:nvPr>
            <p:ph type="title"/>
          </p:nvPr>
        </p:nvSpPr>
        <p:spPr>
          <a:xfrm>
            <a:off x="2589120" y="2058840"/>
            <a:ext cx="8913960" cy="1467360"/>
          </a:xfrm>
          <a:prstGeom prst="rect">
            <a:avLst/>
          </a:prstGeom>
          <a:noFill/>
          <a:ln w="0">
            <a:noFill/>
          </a:ln>
        </p:spPr>
        <p:txBody>
          <a:bodyPr lIns="91440" rIns="91440" tIns="45720" bIns="45720" anchor="b">
            <a:noAutofit/>
          </a:bodyPr>
          <a:p>
            <a:pPr indent="0" defTabSz="457200">
              <a:lnSpc>
                <a:spcPct val="100000"/>
              </a:lnSpc>
              <a:buNone/>
              <a:tabLst>
                <a:tab algn="l" pos="0"/>
              </a:tabLst>
            </a:pPr>
            <a:r>
              <a:rPr lang="en-US" sz="4000" b="0" u="none" strike="noStrike">
                <a:solidFill>
                  <a:schemeClr val="dk1">
                    <a:lumMod val="85000"/>
                    <a:lumOff val="15000"/>
                  </a:schemeClr>
                </a:solidFill>
                <a:effectLst/>
                <a:uFillTx/>
                <a:latin typeface="Century Gothic"/>
              </a:rPr>
              <a:t>Click to edit Master title style</a:t>
            </a:r>
            <a:endParaRPr lang="en-US" sz="4000" b="0" u="none" strike="noStrike">
              <a:solidFill>
                <a:srgbClr val="000000"/>
              </a:solidFill>
              <a:effectLst/>
              <a:uFillTx/>
              <a:latin typeface="Arial"/>
            </a:endParaRPr>
          </a:p>
        </p:txBody>
      </p:sp>
      <p:sp>
        <p:nvSpPr>
          <p:cNvPr id="128" name="PlaceHolder 2"/>
          <p:cNvSpPr>
            <a:spLocks noGrp="1"/>
          </p:cNvSpPr>
          <p:nvPr>
            <p:ph type="body"/>
          </p:nvPr>
        </p:nvSpPr>
        <p:spPr>
          <a:xfrm>
            <a:off x="2589120" y="3530160"/>
            <a:ext cx="8913960" cy="858960"/>
          </a:xfrm>
          <a:prstGeom prst="rect">
            <a:avLst/>
          </a:prstGeom>
          <a:noFill/>
          <a:ln w="0">
            <a:noFill/>
          </a:ln>
        </p:spPr>
        <p:txBody>
          <a:bodyPr lIns="91440" rIns="91440" tIns="45720" bIns="45720" anchor="t">
            <a:noAutofit/>
          </a:bodyPr>
          <a:p>
            <a:pPr indent="0" defTabSz="457200">
              <a:lnSpc>
                <a:spcPct val="100000"/>
              </a:lnSpc>
              <a:spcBef>
                <a:spcPts val="1001"/>
              </a:spcBef>
              <a:buNone/>
              <a:tabLst>
                <a:tab algn="l" pos="0"/>
              </a:tabLst>
            </a:pPr>
            <a:r>
              <a:rPr lang="en-US" sz="2000" b="0" u="none" strike="noStrike">
                <a:solidFill>
                  <a:schemeClr val="dk1">
                    <a:lumMod val="65000"/>
                    <a:lumOff val="35000"/>
                  </a:schemeClr>
                </a:solidFill>
                <a:effectLst/>
                <a:uFillTx/>
                <a:latin typeface="Century Gothic"/>
              </a:rPr>
              <a:t>Click to edit Master text styles</a:t>
            </a:r>
            <a:endParaRPr lang="en-US" sz="2000" b="0" u="none" strike="noStrike">
              <a:solidFill>
                <a:srgbClr val="000000"/>
              </a:solidFill>
              <a:effectLst/>
              <a:uFillTx/>
              <a:latin typeface="Arial"/>
            </a:endParaRPr>
          </a:p>
        </p:txBody>
      </p:sp>
      <p:sp>
        <p:nvSpPr>
          <p:cNvPr id="129" name="PlaceHolder 3"/>
          <p:cNvSpPr>
            <a:spLocks noGrp="1"/>
          </p:cNvSpPr>
          <p:nvPr>
            <p:ph type="dt" idx="10"/>
          </p:nvPr>
        </p:nvSpPr>
        <p:spPr>
          <a:xfrm>
            <a:off x="10361520" y="6130440"/>
            <a:ext cx="1144800" cy="3690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US" sz="900" b="0" u="none" strike="noStrike">
                <a:solidFill>
                  <a:schemeClr val="dk1">
                    <a:tint val="75000"/>
                  </a:schemeClr>
                </a:solidFill>
                <a:effectLst/>
                <a:uFillTx/>
                <a:latin typeface="Century Gothic"/>
              </a:defRPr>
            </a:lvl1pPr>
          </a:lstStyle>
          <a:p>
            <a:pPr indent="0" algn="r" defTabSz="457200">
              <a:lnSpc>
                <a:spcPct val="100000"/>
              </a:lnSpc>
              <a:buNone/>
              <a:tabLst>
                <a:tab algn="l" pos="0"/>
              </a:tabLst>
            </a:pPr>
            <a:r>
              <a:rPr lang="en-US" sz="900" b="0" u="none" strike="noStrike">
                <a:solidFill>
                  <a:schemeClr val="dk1">
                    <a:tint val="75000"/>
                  </a:schemeClr>
                </a:solidFill>
                <a:effectLst/>
                <a:uFillTx/>
                <a:latin typeface="Century Gothic"/>
              </a:rPr>
              <a:t>&lt;date/time&gt;</a:t>
            </a:r>
            <a:endParaRPr lang="en-US" sz="900" b="0" u="none" strike="noStrike">
              <a:solidFill>
                <a:srgbClr val="000000"/>
              </a:solidFill>
              <a:effectLst/>
              <a:uFillTx/>
              <a:latin typeface="Times New Roman"/>
            </a:endParaRPr>
          </a:p>
        </p:txBody>
      </p:sp>
      <p:sp>
        <p:nvSpPr>
          <p:cNvPr id="130" name="PlaceHolder 4"/>
          <p:cNvSpPr>
            <a:spLocks noGrp="1"/>
          </p:cNvSpPr>
          <p:nvPr>
            <p:ph type="ftr" idx="11"/>
          </p:nvPr>
        </p:nvSpPr>
        <p:spPr>
          <a:xfrm>
            <a:off x="2589120" y="6135840"/>
            <a:ext cx="7618680" cy="36360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Times New Roman"/>
              </a:defRPr>
            </a:lvl1pPr>
          </a:lstStyle>
          <a:p>
            <a:pPr indent="0" algn="ctr">
              <a:lnSpc>
                <a:spcPct val="100000"/>
              </a:lnSpc>
              <a:buNone/>
              <a:tabLst>
                <a:tab algn="l" pos="0"/>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31" name="Freeform 11"/>
          <p:cNvSpPr/>
          <p:nvPr/>
        </p:nvSpPr>
        <p:spPr>
          <a:xfrm flipV="1">
            <a:off x="-2880" y="3176640"/>
            <a:ext cx="1587240" cy="505800"/>
          </a:xfrm>
          <a:custGeom>
            <a:avLst/>
            <a:gdLst>
              <a:gd name="textAreaLeft" fmla="*/ 0 w 1587240"/>
              <a:gd name="textAreaRight" fmla="*/ 1588680 w 1587240"/>
              <a:gd name="textAreaTop" fmla="*/ 720 h 505800"/>
              <a:gd name="textAreaBottom" fmla="*/ 507960 h 505800"/>
            </a:gdLst>
            <a:ahLst/>
            <a:cxnLst/>
            <a:rect l="textAreaLeft" t="textAreaTop" r="textAreaRight" b="textAreaBottom"/>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132" name="PlaceHolder 5"/>
          <p:cNvSpPr>
            <a:spLocks noGrp="1"/>
          </p:cNvSpPr>
          <p:nvPr>
            <p:ph type="sldNum" idx="12"/>
          </p:nvPr>
        </p:nvSpPr>
        <p:spPr>
          <a:xfrm>
            <a:off x="531720" y="3243960"/>
            <a:ext cx="77832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US" sz="2000" b="0" u="none" strike="noStrike">
                <a:solidFill>
                  <a:srgbClr val="feffff"/>
                </a:solidFill>
                <a:effectLst/>
                <a:uFillTx/>
                <a:latin typeface="Century Gothic"/>
              </a:defRPr>
            </a:lvl1pPr>
          </a:lstStyle>
          <a:p>
            <a:pPr indent="0" algn="r" defTabSz="457200">
              <a:lnSpc>
                <a:spcPct val="100000"/>
              </a:lnSpc>
              <a:buNone/>
              <a:tabLst>
                <a:tab algn="l" pos="0"/>
              </a:tabLst>
            </a:pPr>
            <a:fld id="{9C713BA8-B7FB-4329-93BA-3C4213BBCD80}" type="slidenum">
              <a:rPr lang="en-US" sz="2000" b="0" u="none" strike="noStrike">
                <a:solidFill>
                  <a:srgbClr val="feffff"/>
                </a:solidFill>
                <a:effectLst/>
                <a:uFillTx/>
                <a:latin typeface="Century Gothic"/>
              </a:rPr>
              <a:t>&lt;number&gt;</a:t>
            </a:fld>
            <a:endParaRPr lang="en-US" sz="2000" b="0" u="none" strike="noStrike">
              <a:solidFill>
                <a:srgbClr val="000000"/>
              </a:solidFill>
              <a:effectLst/>
              <a:uFillTx/>
              <a:latin typeface="Times New Roman"/>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bg>
      <p:bgPr>
        <a:gradFill rotWithShape="0">
          <a:gsLst>
            <a:gs pos="0">
              <a:srgbClr val="ffffff"/>
            </a:gs>
            <a:gs pos="100000">
              <a:srgbClr val="dfe7c4"/>
            </a:gs>
          </a:gsLst>
          <a:path path="circle">
            <a:fillToRect l="25000" t="25000" r="75000" b="75000"/>
          </a:path>
        </a:gradFill>
      </p:bgPr>
    </p:bg>
    <p:spTree>
      <p:nvGrpSpPr>
        <p:cNvPr id="1" name=""/>
        <p:cNvGrpSpPr/>
        <p:nvPr/>
      </p:nvGrpSpPr>
      <p:grpSpPr>
        <a:xfrm>
          <a:off x="0" y="0"/>
          <a:ext cx="0" cy="0"/>
          <a:chOff x="0" y="0"/>
          <a:chExt cx="0" cy="0"/>
        </a:xfrm>
      </p:grpSpPr>
      <p:grpSp>
        <p:nvGrpSpPr>
          <p:cNvPr id="133" name="Group 22"/>
          <p:cNvGrpSpPr/>
          <p:nvPr/>
        </p:nvGrpSpPr>
        <p:grpSpPr>
          <a:xfrm>
            <a:off x="0" y="228600"/>
            <a:ext cx="2850120" cy="6637320"/>
            <a:chOff x="0" y="228600"/>
            <a:chExt cx="2850120" cy="6637320"/>
          </a:xfrm>
        </p:grpSpPr>
        <p:sp>
          <p:nvSpPr>
            <p:cNvPr id="134" name="Freeform 11"/>
            <p:cNvSpPr/>
            <p:nvPr/>
          </p:nvSpPr>
          <p:spPr>
            <a:xfrm>
              <a:off x="0" y="2575080"/>
              <a:ext cx="99360" cy="624600"/>
            </a:xfrm>
            <a:custGeom>
              <a:avLst/>
              <a:gdLst>
                <a:gd name="textAreaLeft" fmla="*/ 0 w 99360"/>
                <a:gd name="textAreaRight" fmla="*/ 100800 w 99360"/>
                <a:gd name="textAreaTop" fmla="*/ 0 h 624600"/>
                <a:gd name="textAreaBottom" fmla="*/ 626040 h 624600"/>
              </a:gdLst>
              <a:ahLst/>
              <a:cxnLst/>
              <a:rect l="textAreaLeft" t="textAreaTop" r="textAreaRight" b="textAreaBottom"/>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135" name="Freeform 12"/>
            <p:cNvSpPr/>
            <p:nvPr/>
          </p:nvSpPr>
          <p:spPr>
            <a:xfrm>
              <a:off x="128520" y="3156480"/>
              <a:ext cx="645120" cy="2320920"/>
            </a:xfrm>
            <a:custGeom>
              <a:avLst/>
              <a:gdLst>
                <a:gd name="textAreaLeft" fmla="*/ 0 w 645120"/>
                <a:gd name="textAreaRight" fmla="*/ 646560 w 645120"/>
                <a:gd name="textAreaTop" fmla="*/ 0 h 2320920"/>
                <a:gd name="textAreaBottom" fmla="*/ 2322360 h 2320920"/>
              </a:gdLst>
              <a:ahLst/>
              <a:cxnLst/>
              <a:rect l="textAreaLeft" t="textAreaTop" r="textAreaRight" b="textAreaBottom"/>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136" name="Freeform 13"/>
            <p:cNvSpPr/>
            <p:nvPr/>
          </p:nvSpPr>
          <p:spPr>
            <a:xfrm>
              <a:off x="807120" y="5447160"/>
              <a:ext cx="608040" cy="1418760"/>
            </a:xfrm>
            <a:custGeom>
              <a:avLst/>
              <a:gdLst>
                <a:gd name="textAreaLeft" fmla="*/ 0 w 608040"/>
                <a:gd name="textAreaRight" fmla="*/ 609480 w 608040"/>
                <a:gd name="textAreaTop" fmla="*/ 0 h 1418760"/>
                <a:gd name="textAreaBottom" fmla="*/ 1420200 h 1418760"/>
              </a:gdLst>
              <a:ahLst/>
              <a:cxnLst/>
              <a:rect l="textAreaLeft" t="textAreaTop" r="textAreaRight" b="textAreaBottom"/>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137" name="Freeform 14"/>
            <p:cNvSpPr/>
            <p:nvPr/>
          </p:nvSpPr>
          <p:spPr>
            <a:xfrm>
              <a:off x="959760" y="6503760"/>
              <a:ext cx="169920" cy="362160"/>
            </a:xfrm>
            <a:custGeom>
              <a:avLst/>
              <a:gdLst>
                <a:gd name="textAreaLeft" fmla="*/ 0 w 169920"/>
                <a:gd name="textAreaRight" fmla="*/ 171360 w 169920"/>
                <a:gd name="textAreaTop" fmla="*/ 0 h 362160"/>
                <a:gd name="textAreaBottom" fmla="*/ 363600 h 362160"/>
              </a:gdLst>
              <a:ahLst/>
              <a:cxnLst/>
              <a:rect l="textAreaLeft" t="textAreaTop" r="textAreaRight" b="textAreaBottom"/>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138" name="Freeform 15"/>
            <p:cNvSpPr/>
            <p:nvPr/>
          </p:nvSpPr>
          <p:spPr>
            <a:xfrm>
              <a:off x="100800" y="3201120"/>
              <a:ext cx="820440" cy="3327120"/>
            </a:xfrm>
            <a:custGeom>
              <a:avLst/>
              <a:gdLst>
                <a:gd name="textAreaLeft" fmla="*/ 0 w 820440"/>
                <a:gd name="textAreaRight" fmla="*/ 821880 w 820440"/>
                <a:gd name="textAreaTop" fmla="*/ 0 h 3327120"/>
                <a:gd name="textAreaBottom" fmla="*/ 3328560 h 3327120"/>
              </a:gdLst>
              <a:ahLst/>
              <a:cxnLst/>
              <a:rect l="textAreaLeft" t="textAreaTop" r="textAreaRight" b="textAreaBottom"/>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139" name="Freeform 16"/>
            <p:cNvSpPr/>
            <p:nvPr/>
          </p:nvSpPr>
          <p:spPr>
            <a:xfrm>
              <a:off x="22320" y="228600"/>
              <a:ext cx="104760" cy="2926440"/>
            </a:xfrm>
            <a:custGeom>
              <a:avLst/>
              <a:gdLst>
                <a:gd name="textAreaLeft" fmla="*/ 0 w 104760"/>
                <a:gd name="textAreaRight" fmla="*/ 106200 w 104760"/>
                <a:gd name="textAreaTop" fmla="*/ 0 h 2926440"/>
                <a:gd name="textAreaBottom" fmla="*/ 2927880 h 2926440"/>
              </a:gdLst>
              <a:ahLst/>
              <a:cxnLst/>
              <a:rect l="textAreaLeft" t="textAreaTop" r="textAreaRight" b="textAreaBottom"/>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140" name="Freeform 17"/>
            <p:cNvSpPr/>
            <p:nvPr/>
          </p:nvSpPr>
          <p:spPr>
            <a:xfrm>
              <a:off x="78120" y="2944080"/>
              <a:ext cx="76680" cy="492480"/>
            </a:xfrm>
            <a:custGeom>
              <a:avLst/>
              <a:gdLst>
                <a:gd name="textAreaLeft" fmla="*/ 0 w 76680"/>
                <a:gd name="textAreaRight" fmla="*/ 78120 w 76680"/>
                <a:gd name="textAreaTop" fmla="*/ 0 h 492480"/>
                <a:gd name="textAreaBottom" fmla="*/ 493920 h 492480"/>
              </a:gdLst>
              <a:ahLst/>
              <a:cxnLst/>
              <a:rect l="textAreaLeft" t="textAreaTop" r="textAreaRight" b="textAreaBottom"/>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141" name="Freeform 18"/>
            <p:cNvSpPr/>
            <p:nvPr/>
          </p:nvSpPr>
          <p:spPr>
            <a:xfrm>
              <a:off x="769680" y="5478840"/>
              <a:ext cx="188640" cy="1023480"/>
            </a:xfrm>
            <a:custGeom>
              <a:avLst/>
              <a:gdLst>
                <a:gd name="textAreaLeft" fmla="*/ 0 w 188640"/>
                <a:gd name="textAreaRight" fmla="*/ 190080 w 188640"/>
                <a:gd name="textAreaTop" fmla="*/ 0 h 1023480"/>
                <a:gd name="textAreaBottom" fmla="*/ 1024920 h 1023480"/>
              </a:gdLst>
              <a:ahLst/>
              <a:cxnLst/>
              <a:rect l="textAreaLeft" t="textAreaTop" r="textAreaRight" b="textAreaBottom"/>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142" name="Freeform 19"/>
            <p:cNvSpPr/>
            <p:nvPr/>
          </p:nvSpPr>
          <p:spPr>
            <a:xfrm>
              <a:off x="775440" y="1398960"/>
              <a:ext cx="2074680" cy="4046760"/>
            </a:xfrm>
            <a:custGeom>
              <a:avLst/>
              <a:gdLst>
                <a:gd name="textAreaLeft" fmla="*/ 0 w 2074680"/>
                <a:gd name="textAreaRight" fmla="*/ 2076120 w 2074680"/>
                <a:gd name="textAreaTop" fmla="*/ 0 h 4046760"/>
                <a:gd name="textAreaBottom" fmla="*/ 4048200 h 4046760"/>
              </a:gdLst>
              <a:ahLst/>
              <a:cxnLst/>
              <a:rect l="textAreaLeft" t="textAreaTop" r="textAreaRight" b="textAreaBottom"/>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143" name="Freeform 20"/>
            <p:cNvSpPr/>
            <p:nvPr/>
          </p:nvSpPr>
          <p:spPr>
            <a:xfrm>
              <a:off x="922680" y="6530040"/>
              <a:ext cx="160560" cy="335880"/>
            </a:xfrm>
            <a:custGeom>
              <a:avLst/>
              <a:gdLst>
                <a:gd name="textAreaLeft" fmla="*/ 0 w 160560"/>
                <a:gd name="textAreaRight" fmla="*/ 162000 w 160560"/>
                <a:gd name="textAreaTop" fmla="*/ 0 h 335880"/>
                <a:gd name="textAreaBottom" fmla="*/ 337320 h 335880"/>
              </a:gdLst>
              <a:ahLst/>
              <a:cxnLst/>
              <a:rect l="textAreaLeft" t="textAreaTop" r="textAreaRight" b="textAreaBottom"/>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144" name="Freeform 21"/>
            <p:cNvSpPr/>
            <p:nvPr/>
          </p:nvSpPr>
          <p:spPr>
            <a:xfrm>
              <a:off x="769680" y="5359320"/>
              <a:ext cx="36000" cy="220320"/>
            </a:xfrm>
            <a:custGeom>
              <a:avLst/>
              <a:gdLst>
                <a:gd name="textAreaLeft" fmla="*/ 0 w 36000"/>
                <a:gd name="textAreaRight" fmla="*/ 37440 w 36000"/>
                <a:gd name="textAreaTop" fmla="*/ 0 h 220320"/>
                <a:gd name="textAreaBottom" fmla="*/ 221760 h 220320"/>
              </a:gdLst>
              <a:ahLst/>
              <a:cxnLst/>
              <a:rect l="textAreaLeft" t="textAreaTop" r="textAreaRight" b="textAreaBottom"/>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145" name="Freeform 22"/>
            <p:cNvSpPr/>
            <p:nvPr/>
          </p:nvSpPr>
          <p:spPr>
            <a:xfrm>
              <a:off x="849960" y="6244560"/>
              <a:ext cx="237240" cy="621000"/>
            </a:xfrm>
            <a:custGeom>
              <a:avLst/>
              <a:gdLst>
                <a:gd name="textAreaLeft" fmla="*/ 0 w 237240"/>
                <a:gd name="textAreaRight" fmla="*/ 238680 w 237240"/>
                <a:gd name="textAreaTop" fmla="*/ 0 h 621000"/>
                <a:gd name="textAreaBottom" fmla="*/ 622440 h 621000"/>
              </a:gdLst>
              <a:ahLst/>
              <a:cxnLst/>
              <a:rect l="textAreaLeft" t="textAreaTop" r="textAreaRight" b="textAreaBottom"/>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grpSp>
      <p:grpSp>
        <p:nvGrpSpPr>
          <p:cNvPr id="146" name="Group 9"/>
          <p:cNvGrpSpPr/>
          <p:nvPr/>
        </p:nvGrpSpPr>
        <p:grpSpPr>
          <a:xfrm>
            <a:off x="27360" y="-720"/>
            <a:ext cx="2355120" cy="6852600"/>
            <a:chOff x="27360" y="-720"/>
            <a:chExt cx="2355120" cy="6852600"/>
          </a:xfrm>
        </p:grpSpPr>
        <p:sp>
          <p:nvSpPr>
            <p:cNvPr id="147" name="Freeform 27"/>
            <p:cNvSpPr/>
            <p:nvPr/>
          </p:nvSpPr>
          <p:spPr>
            <a:xfrm>
              <a:off x="27360" y="-720"/>
              <a:ext cx="492840" cy="4399560"/>
            </a:xfrm>
            <a:custGeom>
              <a:avLst/>
              <a:gdLst>
                <a:gd name="textAreaLeft" fmla="*/ 0 w 492840"/>
                <a:gd name="textAreaRight" fmla="*/ 494280 w 492840"/>
                <a:gd name="textAreaTop" fmla="*/ 0 h 4399560"/>
                <a:gd name="textAreaBottom" fmla="*/ 4401000 h 4399560"/>
              </a:gdLst>
              <a:ahLst/>
              <a:cxnLst/>
              <a:rect l="textAreaLeft" t="textAreaTop" r="textAreaRight" b="textAreaBottom"/>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148" name="Freeform 28"/>
            <p:cNvSpPr/>
            <p:nvPr/>
          </p:nvSpPr>
          <p:spPr>
            <a:xfrm>
              <a:off x="550440" y="4316400"/>
              <a:ext cx="421920" cy="1579320"/>
            </a:xfrm>
            <a:custGeom>
              <a:avLst/>
              <a:gdLst>
                <a:gd name="textAreaLeft" fmla="*/ 0 w 421920"/>
                <a:gd name="textAreaRight" fmla="*/ 423360 w 421920"/>
                <a:gd name="textAreaTop" fmla="*/ 0 h 1579320"/>
                <a:gd name="textAreaBottom" fmla="*/ 1580760 h 1579320"/>
              </a:gdLst>
              <a:ahLst/>
              <a:cxnLst/>
              <a:rect l="textAreaLeft" t="textAreaTop" r="textAreaRight" b="textAreaBottom"/>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149" name="Freeform 29"/>
            <p:cNvSpPr/>
            <p:nvPr/>
          </p:nvSpPr>
          <p:spPr>
            <a:xfrm>
              <a:off x="1006200" y="5862600"/>
              <a:ext cx="429480" cy="989280"/>
            </a:xfrm>
            <a:custGeom>
              <a:avLst/>
              <a:gdLst>
                <a:gd name="textAreaLeft" fmla="*/ 0 w 429480"/>
                <a:gd name="textAreaRight" fmla="*/ 430920 w 429480"/>
                <a:gd name="textAreaTop" fmla="*/ 0 h 989280"/>
                <a:gd name="textAreaBottom" fmla="*/ 990720 h 989280"/>
              </a:gdLst>
              <a:ahLst/>
              <a:cxnLst/>
              <a:rect l="textAreaLeft" t="textAreaTop" r="textAreaRight" b="textAreaBottom"/>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150" name="Freeform 30"/>
            <p:cNvSpPr/>
            <p:nvPr/>
          </p:nvSpPr>
          <p:spPr>
            <a:xfrm>
              <a:off x="521640" y="4364280"/>
              <a:ext cx="550440" cy="2234520"/>
            </a:xfrm>
            <a:custGeom>
              <a:avLst/>
              <a:gdLst>
                <a:gd name="textAreaLeft" fmla="*/ 0 w 550440"/>
                <a:gd name="textAreaRight" fmla="*/ 551880 w 550440"/>
                <a:gd name="textAreaTop" fmla="*/ 0 h 2234520"/>
                <a:gd name="textAreaBottom" fmla="*/ 2235960 h 2234520"/>
              </a:gdLst>
              <a:ahLst/>
              <a:cxnLst/>
              <a:rect l="textAreaLeft" t="textAreaTop" r="textAreaRight" b="textAreaBottom"/>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151" name="Freeform 31"/>
            <p:cNvSpPr/>
            <p:nvPr/>
          </p:nvSpPr>
          <p:spPr>
            <a:xfrm>
              <a:off x="468000" y="1289160"/>
              <a:ext cx="172800" cy="3025800"/>
            </a:xfrm>
            <a:custGeom>
              <a:avLst/>
              <a:gdLst>
                <a:gd name="textAreaLeft" fmla="*/ 0 w 172800"/>
                <a:gd name="textAreaRight" fmla="*/ 174240 w 172800"/>
                <a:gd name="textAreaTop" fmla="*/ 0 h 3025800"/>
                <a:gd name="textAreaBottom" fmla="*/ 3027240 h 3025800"/>
              </a:gdLst>
              <a:ahLst/>
              <a:cxnLst/>
              <a:rect l="textAreaLeft" t="textAreaTop" r="textAreaRight" b="textAreaBottom"/>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152" name="Freeform 32"/>
            <p:cNvSpPr/>
            <p:nvPr/>
          </p:nvSpPr>
          <p:spPr>
            <a:xfrm>
              <a:off x="1111680" y="6571440"/>
              <a:ext cx="132840" cy="280080"/>
            </a:xfrm>
            <a:custGeom>
              <a:avLst/>
              <a:gdLst>
                <a:gd name="textAreaLeft" fmla="*/ 0 w 132840"/>
                <a:gd name="textAreaRight" fmla="*/ 134280 w 132840"/>
                <a:gd name="textAreaTop" fmla="*/ 0 h 280080"/>
                <a:gd name="textAreaBottom" fmla="*/ 281520 h 280080"/>
              </a:gdLst>
              <a:ahLst/>
              <a:cxnLst/>
              <a:rect l="textAreaLeft" t="textAreaTop" r="textAreaRight" b="textAreaBottom"/>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153" name="Freeform 33"/>
            <p:cNvSpPr/>
            <p:nvPr/>
          </p:nvSpPr>
          <p:spPr>
            <a:xfrm>
              <a:off x="502560" y="4107600"/>
              <a:ext cx="81000" cy="510120"/>
            </a:xfrm>
            <a:custGeom>
              <a:avLst/>
              <a:gdLst>
                <a:gd name="textAreaLeft" fmla="*/ 0 w 81000"/>
                <a:gd name="textAreaRight" fmla="*/ 82440 w 81000"/>
                <a:gd name="textAreaTop" fmla="*/ 0 h 510120"/>
                <a:gd name="textAreaBottom" fmla="*/ 511560 h 510120"/>
              </a:gdLst>
              <a:ahLst/>
              <a:cxnLst/>
              <a:rect l="textAreaLeft" t="textAreaTop" r="textAreaRight" b="textAreaBottom"/>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154" name="Freeform 34"/>
            <p:cNvSpPr/>
            <p:nvPr/>
          </p:nvSpPr>
          <p:spPr>
            <a:xfrm>
              <a:off x="973800" y="3145680"/>
              <a:ext cx="1408680" cy="2715480"/>
            </a:xfrm>
            <a:custGeom>
              <a:avLst/>
              <a:gdLst>
                <a:gd name="textAreaLeft" fmla="*/ 0 w 1408680"/>
                <a:gd name="textAreaRight" fmla="*/ 1410120 w 1408680"/>
                <a:gd name="textAreaTop" fmla="*/ 0 h 2715480"/>
                <a:gd name="textAreaBottom" fmla="*/ 2716920 h 2715480"/>
              </a:gdLst>
              <a:ahLst/>
              <a:cxnLst/>
              <a:rect l="textAreaLeft" t="textAreaTop" r="textAreaRight" b="textAreaBottom"/>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155" name="Freeform 35"/>
            <p:cNvSpPr/>
            <p:nvPr/>
          </p:nvSpPr>
          <p:spPr>
            <a:xfrm>
              <a:off x="1073520" y="6600240"/>
              <a:ext cx="119160" cy="251640"/>
            </a:xfrm>
            <a:custGeom>
              <a:avLst/>
              <a:gdLst>
                <a:gd name="textAreaLeft" fmla="*/ 0 w 119160"/>
                <a:gd name="textAreaRight" fmla="*/ 120600 w 119160"/>
                <a:gd name="textAreaTop" fmla="*/ 0 h 251640"/>
                <a:gd name="textAreaBottom" fmla="*/ 253080 h 251640"/>
              </a:gdLst>
              <a:ahLst/>
              <a:cxnLst/>
              <a:rect l="textAreaLeft" t="textAreaTop" r="textAreaRight" b="textAreaBottom"/>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156" name="Freeform 36"/>
            <p:cNvSpPr/>
            <p:nvPr/>
          </p:nvSpPr>
          <p:spPr>
            <a:xfrm>
              <a:off x="973800" y="5897160"/>
              <a:ext cx="136440" cy="672840"/>
            </a:xfrm>
            <a:custGeom>
              <a:avLst/>
              <a:gdLst>
                <a:gd name="textAreaLeft" fmla="*/ 0 w 136440"/>
                <a:gd name="textAreaRight" fmla="*/ 137880 w 136440"/>
                <a:gd name="textAreaTop" fmla="*/ 0 h 672840"/>
                <a:gd name="textAreaBottom" fmla="*/ 674280 h 672840"/>
              </a:gdLst>
              <a:ahLst/>
              <a:cxnLst/>
              <a:rect l="textAreaLeft" t="textAreaTop" r="textAreaRight" b="textAreaBottom"/>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157" name="Freeform 37"/>
            <p:cNvSpPr/>
            <p:nvPr/>
          </p:nvSpPr>
          <p:spPr>
            <a:xfrm>
              <a:off x="973800" y="5772600"/>
              <a:ext cx="36720" cy="226440"/>
            </a:xfrm>
            <a:custGeom>
              <a:avLst/>
              <a:gdLst>
                <a:gd name="textAreaLeft" fmla="*/ 0 w 36720"/>
                <a:gd name="textAreaRight" fmla="*/ 38160 w 36720"/>
                <a:gd name="textAreaTop" fmla="*/ 0 h 226440"/>
                <a:gd name="textAreaBottom" fmla="*/ 227880 h 226440"/>
              </a:gdLst>
              <a:ahLst/>
              <a:cxnLst/>
              <a:rect l="textAreaLeft" t="textAreaTop" r="textAreaRight" b="textAreaBottom"/>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158" name="Freeform 38"/>
            <p:cNvSpPr/>
            <p:nvPr/>
          </p:nvSpPr>
          <p:spPr>
            <a:xfrm>
              <a:off x="1006200" y="6322680"/>
              <a:ext cx="209160" cy="529200"/>
            </a:xfrm>
            <a:custGeom>
              <a:avLst/>
              <a:gdLst>
                <a:gd name="textAreaLeft" fmla="*/ 0 w 209160"/>
                <a:gd name="textAreaRight" fmla="*/ 210600 w 209160"/>
                <a:gd name="textAreaTop" fmla="*/ 0 h 529200"/>
                <a:gd name="textAreaBottom" fmla="*/ 530640 h 529200"/>
              </a:gdLst>
              <a:ahLst/>
              <a:cxnLst/>
              <a:rect l="textAreaLeft" t="textAreaTop" r="textAreaRight" b="textAreaBottom"/>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grpSp>
      <p:sp>
        <p:nvSpPr>
          <p:cNvPr id="159" name="Rectangle 6"/>
          <p:cNvSpPr/>
          <p:nvPr/>
        </p:nvSpPr>
        <p:spPr>
          <a:xfrm>
            <a:off x="0" y="0"/>
            <a:ext cx="181440" cy="6856560"/>
          </a:xfrm>
          <a:prstGeom prst="rect">
            <a:avLst/>
          </a:prstGeom>
          <a:solidFill>
            <a:schemeClr val="tx2"/>
          </a:solidFill>
          <a:ln>
            <a:noFill/>
          </a:ln>
          <a:effectLst>
            <a:outerShdw blurRad="38160" dir="5400000" dist="25560" rotWithShape="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160" name="PlaceHolder 1"/>
          <p:cNvSpPr>
            <a:spLocks noGrp="1"/>
          </p:cNvSpPr>
          <p:nvPr>
            <p:ph type="title"/>
          </p:nvPr>
        </p:nvSpPr>
        <p:spPr>
          <a:xfrm>
            <a:off x="2593080" y="624240"/>
            <a:ext cx="8910360" cy="1279440"/>
          </a:xfrm>
          <a:prstGeom prst="rect">
            <a:avLst/>
          </a:prstGeom>
          <a:noFill/>
          <a:ln w="0">
            <a:noFill/>
          </a:ln>
        </p:spPr>
        <p:txBody>
          <a:bodyPr lIns="91440" rIns="91440" tIns="45720" bIns="45720" anchor="t">
            <a:noAutofit/>
          </a:bodyPr>
          <a:p>
            <a:pPr indent="0" defTabSz="457200">
              <a:lnSpc>
                <a:spcPct val="100000"/>
              </a:lnSpc>
              <a:buNone/>
              <a:tabLst>
                <a:tab algn="l" pos="0"/>
              </a:tabLst>
            </a:pPr>
            <a:r>
              <a:rPr lang="en-US" sz="3600" b="0" u="none" strike="noStrike">
                <a:solidFill>
                  <a:schemeClr val="dk1">
                    <a:lumMod val="85000"/>
                    <a:lumOff val="15000"/>
                  </a:schemeClr>
                </a:solidFill>
                <a:effectLst/>
                <a:uFillTx/>
                <a:latin typeface="Century Gothic"/>
              </a:rPr>
              <a:t>Click to edit Master title style</a:t>
            </a:r>
            <a:endParaRPr lang="en-US" sz="3600" b="0" u="none" strike="noStrike">
              <a:solidFill>
                <a:srgbClr val="000000"/>
              </a:solidFill>
              <a:effectLst/>
              <a:uFillTx/>
              <a:latin typeface="Arial"/>
            </a:endParaRPr>
          </a:p>
        </p:txBody>
      </p:sp>
      <p:sp>
        <p:nvSpPr>
          <p:cNvPr id="161" name="PlaceHolder 2"/>
          <p:cNvSpPr>
            <a:spLocks noGrp="1"/>
          </p:cNvSpPr>
          <p:nvPr>
            <p:ph type="body"/>
          </p:nvPr>
        </p:nvSpPr>
        <p:spPr>
          <a:xfrm>
            <a:off x="2589120" y="2133720"/>
            <a:ext cx="4312440" cy="3776040"/>
          </a:xfrm>
          <a:prstGeom prst="rect">
            <a:avLst/>
          </a:prstGeom>
          <a:noFill/>
          <a:ln w="0">
            <a:noFill/>
          </a:ln>
        </p:spPr>
        <p:txBody>
          <a:bodyPr lIns="91440" rIns="91440" tIns="45720" bIns="45720" anchor="t">
            <a:normAutofit/>
          </a:bodyPr>
          <a:p>
            <a:pPr marL="343080" indent="-343080" defTabSz="457200">
              <a:lnSpc>
                <a:spcPct val="100000"/>
              </a:lnSpc>
              <a:spcBef>
                <a:spcPts val="1001"/>
              </a:spcBef>
              <a:buClr>
                <a:srgbClr val="a53010"/>
              </a:buClr>
              <a:buFont typeface="Wingdings 3" charset="2"/>
              <a:buChar char=""/>
            </a:pPr>
            <a:r>
              <a:rPr lang="en-US" sz="1800" b="0" u="none" strike="noStrike">
                <a:solidFill>
                  <a:schemeClr val="dk1">
                    <a:lumMod val="75000"/>
                    <a:lumOff val="25000"/>
                  </a:schemeClr>
                </a:solidFill>
                <a:effectLst/>
                <a:uFillTx/>
                <a:latin typeface="Century Gothic"/>
              </a:rPr>
              <a:t>Click to edit Master text styles</a:t>
            </a:r>
            <a:endParaRPr lang="en-US" sz="1800" b="0" u="none" strike="noStrike">
              <a:solidFill>
                <a:srgbClr val="000000"/>
              </a:solidFill>
              <a:effectLst/>
              <a:uFillTx/>
              <a:latin typeface="Arial"/>
            </a:endParaRPr>
          </a:p>
          <a:p>
            <a:pPr marL="743040" lvl="1" indent="-285840" defTabSz="457200">
              <a:lnSpc>
                <a:spcPct val="100000"/>
              </a:lnSpc>
              <a:spcBef>
                <a:spcPts val="1001"/>
              </a:spcBef>
              <a:buClr>
                <a:srgbClr val="a53010"/>
              </a:buClr>
              <a:buFont typeface="Wingdings 3" charset="2"/>
              <a:buChar char=""/>
            </a:pPr>
            <a:r>
              <a:rPr lang="en-US" sz="1600" b="0" u="none" strike="noStrike">
                <a:solidFill>
                  <a:schemeClr val="dk1">
                    <a:lumMod val="75000"/>
                    <a:lumOff val="25000"/>
                  </a:schemeClr>
                </a:solidFill>
                <a:effectLst/>
                <a:uFillTx/>
                <a:latin typeface="Century Gothic"/>
              </a:rPr>
              <a:t>Second level</a:t>
            </a:r>
            <a:endParaRPr lang="en-US" sz="1600" b="0" u="none" strike="noStrike">
              <a:solidFill>
                <a:srgbClr val="000000"/>
              </a:solidFill>
              <a:effectLst/>
              <a:uFillTx/>
              <a:latin typeface="Arial"/>
            </a:endParaRPr>
          </a:p>
          <a:p>
            <a:pPr marL="1143000" lvl="2" indent="-228600" defTabSz="457200">
              <a:lnSpc>
                <a:spcPct val="100000"/>
              </a:lnSpc>
              <a:spcBef>
                <a:spcPts val="1001"/>
              </a:spcBef>
              <a:buClr>
                <a:srgbClr val="a53010"/>
              </a:buClr>
              <a:buFont typeface="Wingdings 3" charset="2"/>
              <a:buChar char=""/>
            </a:pPr>
            <a:r>
              <a:rPr lang="en-US" sz="1400" b="0" u="none" strike="noStrike">
                <a:solidFill>
                  <a:schemeClr val="dk1">
                    <a:lumMod val="75000"/>
                    <a:lumOff val="25000"/>
                  </a:schemeClr>
                </a:solidFill>
                <a:effectLst/>
                <a:uFillTx/>
                <a:latin typeface="Century Gothic"/>
              </a:rPr>
              <a:t>Third level</a:t>
            </a:r>
            <a:endParaRPr lang="en-US" sz="1400" b="0" u="none" strike="noStrike">
              <a:solidFill>
                <a:srgbClr val="000000"/>
              </a:solidFill>
              <a:effectLst/>
              <a:uFillTx/>
              <a:latin typeface="Arial"/>
            </a:endParaRPr>
          </a:p>
          <a:p>
            <a:pPr marL="1600200" lvl="3" indent="-228600" defTabSz="457200">
              <a:lnSpc>
                <a:spcPct val="100000"/>
              </a:lnSpc>
              <a:spcBef>
                <a:spcPts val="1001"/>
              </a:spcBef>
              <a:buClr>
                <a:srgbClr val="a53010"/>
              </a:buClr>
              <a:buFont typeface="Wingdings 3" charset="2"/>
              <a:buChar char=""/>
            </a:pPr>
            <a:r>
              <a:rPr lang="en-US" sz="1200" b="0" u="none" strike="noStrike">
                <a:solidFill>
                  <a:schemeClr val="dk1">
                    <a:lumMod val="75000"/>
                    <a:lumOff val="25000"/>
                  </a:schemeClr>
                </a:solidFill>
                <a:effectLst/>
                <a:uFillTx/>
                <a:latin typeface="Century Gothic"/>
              </a:rPr>
              <a:t>Fourth level</a:t>
            </a:r>
            <a:endParaRPr lang="en-US" sz="1200" b="0" u="none" strike="noStrike">
              <a:solidFill>
                <a:srgbClr val="000000"/>
              </a:solidFill>
              <a:effectLst/>
              <a:uFillTx/>
              <a:latin typeface="Arial"/>
            </a:endParaRPr>
          </a:p>
          <a:p>
            <a:pPr marL="2057400" lvl="4" indent="-228600" defTabSz="457200">
              <a:lnSpc>
                <a:spcPct val="100000"/>
              </a:lnSpc>
              <a:spcBef>
                <a:spcPts val="1001"/>
              </a:spcBef>
              <a:buClr>
                <a:srgbClr val="a53010"/>
              </a:buClr>
              <a:buFont typeface="Wingdings 3" charset="2"/>
              <a:buChar char=""/>
            </a:pPr>
            <a:r>
              <a:rPr lang="en-US" sz="1200" b="0" u="none" strike="noStrike">
                <a:solidFill>
                  <a:schemeClr val="dk1">
                    <a:lumMod val="75000"/>
                    <a:lumOff val="25000"/>
                  </a:schemeClr>
                </a:solidFill>
                <a:effectLst/>
                <a:uFillTx/>
                <a:latin typeface="Century Gothic"/>
              </a:rPr>
              <a:t>Fifth level</a:t>
            </a:r>
            <a:endParaRPr lang="en-US" sz="1200" b="0" u="none" strike="noStrike">
              <a:solidFill>
                <a:srgbClr val="000000"/>
              </a:solidFill>
              <a:effectLst/>
              <a:uFillTx/>
              <a:latin typeface="Arial"/>
            </a:endParaRPr>
          </a:p>
        </p:txBody>
      </p:sp>
      <p:sp>
        <p:nvSpPr>
          <p:cNvPr id="162" name="PlaceHolder 3"/>
          <p:cNvSpPr>
            <a:spLocks noGrp="1"/>
          </p:cNvSpPr>
          <p:nvPr>
            <p:ph type="body"/>
          </p:nvPr>
        </p:nvSpPr>
        <p:spPr>
          <a:xfrm>
            <a:off x="7190640" y="2126160"/>
            <a:ext cx="4312440" cy="3776040"/>
          </a:xfrm>
          <a:prstGeom prst="rect">
            <a:avLst/>
          </a:prstGeom>
          <a:noFill/>
          <a:ln w="0">
            <a:noFill/>
          </a:ln>
        </p:spPr>
        <p:txBody>
          <a:bodyPr lIns="91440" rIns="91440" tIns="45720" bIns="45720" anchor="t">
            <a:normAutofit/>
          </a:bodyPr>
          <a:p>
            <a:pPr marL="343080" indent="-343080" defTabSz="457200">
              <a:lnSpc>
                <a:spcPct val="100000"/>
              </a:lnSpc>
              <a:spcBef>
                <a:spcPts val="1001"/>
              </a:spcBef>
              <a:buClr>
                <a:srgbClr val="a53010"/>
              </a:buClr>
              <a:buFont typeface="Wingdings 3" charset="2"/>
              <a:buChar char=""/>
            </a:pPr>
            <a:r>
              <a:rPr lang="en-US" sz="1800" b="0" u="none" strike="noStrike">
                <a:solidFill>
                  <a:schemeClr val="dk1">
                    <a:lumMod val="75000"/>
                    <a:lumOff val="25000"/>
                  </a:schemeClr>
                </a:solidFill>
                <a:effectLst/>
                <a:uFillTx/>
                <a:latin typeface="Century Gothic"/>
              </a:rPr>
              <a:t>Click to edit Master text styles</a:t>
            </a:r>
            <a:endParaRPr lang="en-US" sz="1800" b="0" u="none" strike="noStrike">
              <a:solidFill>
                <a:srgbClr val="000000"/>
              </a:solidFill>
              <a:effectLst/>
              <a:uFillTx/>
              <a:latin typeface="Arial"/>
            </a:endParaRPr>
          </a:p>
          <a:p>
            <a:pPr marL="743040" lvl="1" indent="-285840" defTabSz="457200">
              <a:lnSpc>
                <a:spcPct val="100000"/>
              </a:lnSpc>
              <a:spcBef>
                <a:spcPts val="1001"/>
              </a:spcBef>
              <a:buClr>
                <a:srgbClr val="a53010"/>
              </a:buClr>
              <a:buFont typeface="Wingdings 3" charset="2"/>
              <a:buChar char=""/>
            </a:pPr>
            <a:r>
              <a:rPr lang="en-US" sz="1600" b="0" u="none" strike="noStrike">
                <a:solidFill>
                  <a:schemeClr val="dk1">
                    <a:lumMod val="75000"/>
                    <a:lumOff val="25000"/>
                  </a:schemeClr>
                </a:solidFill>
                <a:effectLst/>
                <a:uFillTx/>
                <a:latin typeface="Century Gothic"/>
              </a:rPr>
              <a:t>Second level</a:t>
            </a:r>
            <a:endParaRPr lang="en-US" sz="1600" b="0" u="none" strike="noStrike">
              <a:solidFill>
                <a:srgbClr val="000000"/>
              </a:solidFill>
              <a:effectLst/>
              <a:uFillTx/>
              <a:latin typeface="Arial"/>
            </a:endParaRPr>
          </a:p>
          <a:p>
            <a:pPr marL="1143000" lvl="2" indent="-228600" defTabSz="457200">
              <a:lnSpc>
                <a:spcPct val="100000"/>
              </a:lnSpc>
              <a:spcBef>
                <a:spcPts val="1001"/>
              </a:spcBef>
              <a:buClr>
                <a:srgbClr val="a53010"/>
              </a:buClr>
              <a:buFont typeface="Wingdings 3" charset="2"/>
              <a:buChar char=""/>
            </a:pPr>
            <a:r>
              <a:rPr lang="en-US" sz="1400" b="0" u="none" strike="noStrike">
                <a:solidFill>
                  <a:schemeClr val="dk1">
                    <a:lumMod val="75000"/>
                    <a:lumOff val="25000"/>
                  </a:schemeClr>
                </a:solidFill>
                <a:effectLst/>
                <a:uFillTx/>
                <a:latin typeface="Century Gothic"/>
              </a:rPr>
              <a:t>Third level</a:t>
            </a:r>
            <a:endParaRPr lang="en-US" sz="1400" b="0" u="none" strike="noStrike">
              <a:solidFill>
                <a:srgbClr val="000000"/>
              </a:solidFill>
              <a:effectLst/>
              <a:uFillTx/>
              <a:latin typeface="Arial"/>
            </a:endParaRPr>
          </a:p>
          <a:p>
            <a:pPr marL="1600200" lvl="3" indent="-228600" defTabSz="457200">
              <a:lnSpc>
                <a:spcPct val="100000"/>
              </a:lnSpc>
              <a:spcBef>
                <a:spcPts val="1001"/>
              </a:spcBef>
              <a:buClr>
                <a:srgbClr val="a53010"/>
              </a:buClr>
              <a:buFont typeface="Wingdings 3" charset="2"/>
              <a:buChar char=""/>
            </a:pPr>
            <a:r>
              <a:rPr lang="en-US" sz="1200" b="0" u="none" strike="noStrike">
                <a:solidFill>
                  <a:schemeClr val="dk1">
                    <a:lumMod val="75000"/>
                    <a:lumOff val="25000"/>
                  </a:schemeClr>
                </a:solidFill>
                <a:effectLst/>
                <a:uFillTx/>
                <a:latin typeface="Century Gothic"/>
              </a:rPr>
              <a:t>Fourth level</a:t>
            </a:r>
            <a:endParaRPr lang="en-US" sz="1200" b="0" u="none" strike="noStrike">
              <a:solidFill>
                <a:srgbClr val="000000"/>
              </a:solidFill>
              <a:effectLst/>
              <a:uFillTx/>
              <a:latin typeface="Arial"/>
            </a:endParaRPr>
          </a:p>
          <a:p>
            <a:pPr marL="2057400" lvl="4" indent="-228600" defTabSz="457200">
              <a:lnSpc>
                <a:spcPct val="100000"/>
              </a:lnSpc>
              <a:spcBef>
                <a:spcPts val="1001"/>
              </a:spcBef>
              <a:buClr>
                <a:srgbClr val="a53010"/>
              </a:buClr>
              <a:buFont typeface="Wingdings 3" charset="2"/>
              <a:buChar char=""/>
            </a:pPr>
            <a:r>
              <a:rPr lang="en-US" sz="1200" b="0" u="none" strike="noStrike">
                <a:solidFill>
                  <a:schemeClr val="dk1">
                    <a:lumMod val="75000"/>
                    <a:lumOff val="25000"/>
                  </a:schemeClr>
                </a:solidFill>
                <a:effectLst/>
                <a:uFillTx/>
                <a:latin typeface="Century Gothic"/>
              </a:rPr>
              <a:t>Fifth level</a:t>
            </a:r>
            <a:endParaRPr lang="en-US" sz="1200" b="0" u="none" strike="noStrike">
              <a:solidFill>
                <a:srgbClr val="000000"/>
              </a:solidFill>
              <a:effectLst/>
              <a:uFillTx/>
              <a:latin typeface="Arial"/>
            </a:endParaRPr>
          </a:p>
        </p:txBody>
      </p:sp>
      <p:sp>
        <p:nvSpPr>
          <p:cNvPr id="163" name="PlaceHolder 4"/>
          <p:cNvSpPr>
            <a:spLocks noGrp="1"/>
          </p:cNvSpPr>
          <p:nvPr>
            <p:ph type="dt" idx="13"/>
          </p:nvPr>
        </p:nvSpPr>
        <p:spPr>
          <a:xfrm>
            <a:off x="10361520" y="6130440"/>
            <a:ext cx="1144800" cy="3690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US" sz="900" b="0" u="none" strike="noStrike">
                <a:solidFill>
                  <a:schemeClr val="dk1">
                    <a:tint val="75000"/>
                  </a:schemeClr>
                </a:solidFill>
                <a:effectLst/>
                <a:uFillTx/>
                <a:latin typeface="Century Gothic"/>
              </a:defRPr>
            </a:lvl1pPr>
          </a:lstStyle>
          <a:p>
            <a:pPr indent="0" algn="r" defTabSz="457200">
              <a:lnSpc>
                <a:spcPct val="100000"/>
              </a:lnSpc>
              <a:buNone/>
              <a:tabLst>
                <a:tab algn="l" pos="0"/>
              </a:tabLst>
            </a:pPr>
            <a:r>
              <a:rPr lang="en-US" sz="900" b="0" u="none" strike="noStrike">
                <a:solidFill>
                  <a:schemeClr val="dk1">
                    <a:tint val="75000"/>
                  </a:schemeClr>
                </a:solidFill>
                <a:effectLst/>
                <a:uFillTx/>
                <a:latin typeface="Century Gothic"/>
              </a:rPr>
              <a:t>&lt;date/time&gt;</a:t>
            </a:r>
            <a:endParaRPr lang="en-US" sz="900" b="0" u="none" strike="noStrike">
              <a:solidFill>
                <a:srgbClr val="000000"/>
              </a:solidFill>
              <a:effectLst/>
              <a:uFillTx/>
              <a:latin typeface="Times New Roman"/>
            </a:endParaRPr>
          </a:p>
        </p:txBody>
      </p:sp>
      <p:sp>
        <p:nvSpPr>
          <p:cNvPr id="164" name="PlaceHolder 5"/>
          <p:cNvSpPr>
            <a:spLocks noGrp="1"/>
          </p:cNvSpPr>
          <p:nvPr>
            <p:ph type="ftr" idx="14"/>
          </p:nvPr>
        </p:nvSpPr>
        <p:spPr>
          <a:xfrm>
            <a:off x="2589120" y="6135840"/>
            <a:ext cx="7618680" cy="36360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Times New Roman"/>
              </a:defRPr>
            </a:lvl1pPr>
          </a:lstStyle>
          <a:p>
            <a:pPr indent="0" algn="ctr">
              <a:lnSpc>
                <a:spcPct val="100000"/>
              </a:lnSpc>
              <a:buNone/>
              <a:tabLst>
                <a:tab algn="l" pos="0"/>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65" name="Freeform 11"/>
          <p:cNvSpPr/>
          <p:nvPr/>
        </p:nvSpPr>
        <p:spPr>
          <a:xfrm flipV="1">
            <a:off x="-2880" y="711360"/>
            <a:ext cx="1587240" cy="505800"/>
          </a:xfrm>
          <a:custGeom>
            <a:avLst/>
            <a:gdLst>
              <a:gd name="textAreaLeft" fmla="*/ 0 w 1587240"/>
              <a:gd name="textAreaRight" fmla="*/ 1588680 w 1587240"/>
              <a:gd name="textAreaTop" fmla="*/ 720 h 505800"/>
              <a:gd name="textAreaBottom" fmla="*/ 507960 h 505800"/>
            </a:gdLst>
            <a:ahLst/>
            <a:cxnLst/>
            <a:rect l="textAreaLeft" t="textAreaTop" r="textAreaRight" b="textAreaBottom"/>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166" name="PlaceHolder 6"/>
          <p:cNvSpPr>
            <a:spLocks noGrp="1"/>
          </p:cNvSpPr>
          <p:nvPr>
            <p:ph type="sldNum" idx="15"/>
          </p:nvPr>
        </p:nvSpPr>
        <p:spPr>
          <a:xfrm>
            <a:off x="531720" y="787680"/>
            <a:ext cx="77832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US" sz="2000" b="0" u="none" strike="noStrike">
                <a:solidFill>
                  <a:srgbClr val="feffff"/>
                </a:solidFill>
                <a:effectLst/>
                <a:uFillTx/>
                <a:latin typeface="Century Gothic"/>
              </a:defRPr>
            </a:lvl1pPr>
          </a:lstStyle>
          <a:p>
            <a:pPr indent="0" algn="r" defTabSz="457200">
              <a:lnSpc>
                <a:spcPct val="100000"/>
              </a:lnSpc>
              <a:buNone/>
              <a:tabLst>
                <a:tab algn="l" pos="0"/>
              </a:tabLst>
            </a:pPr>
            <a:fld id="{1BD59165-96EA-4640-96C8-2F868BCDBB75}" type="slidenum">
              <a:rPr lang="en-US" sz="2000" b="0" u="none" strike="noStrike">
                <a:solidFill>
                  <a:srgbClr val="feffff"/>
                </a:solidFill>
                <a:effectLst/>
                <a:uFillTx/>
                <a:latin typeface="Century Gothic"/>
              </a:rPr>
              <a:t>&lt;number&gt;</a:t>
            </a:fld>
            <a:endParaRPr lang="en-US" sz="2000" b="0" u="none" strike="noStrike">
              <a:solidFill>
                <a:srgbClr val="000000"/>
              </a:solidFill>
              <a:effectLst/>
              <a:uFillTx/>
              <a:latin typeface="Times New Roman"/>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bg>
      <p:bgPr>
        <a:gradFill rotWithShape="0">
          <a:gsLst>
            <a:gs pos="0">
              <a:srgbClr val="ffffff"/>
            </a:gs>
            <a:gs pos="100000">
              <a:srgbClr val="dfe7c4"/>
            </a:gs>
          </a:gsLst>
          <a:path path="circle">
            <a:fillToRect l="25000" t="25000" r="75000" b="75000"/>
          </a:path>
        </a:gradFill>
      </p:bgPr>
    </p:bg>
    <p:spTree>
      <p:nvGrpSpPr>
        <p:cNvPr id="1" name=""/>
        <p:cNvGrpSpPr/>
        <p:nvPr/>
      </p:nvGrpSpPr>
      <p:grpSpPr>
        <a:xfrm>
          <a:off x="0" y="0"/>
          <a:ext cx="0" cy="0"/>
          <a:chOff x="0" y="0"/>
          <a:chExt cx="0" cy="0"/>
        </a:xfrm>
      </p:grpSpPr>
      <p:grpSp>
        <p:nvGrpSpPr>
          <p:cNvPr id="167" name="Group 22"/>
          <p:cNvGrpSpPr/>
          <p:nvPr/>
        </p:nvGrpSpPr>
        <p:grpSpPr>
          <a:xfrm>
            <a:off x="0" y="228600"/>
            <a:ext cx="2850120" cy="6637320"/>
            <a:chOff x="0" y="228600"/>
            <a:chExt cx="2850120" cy="6637320"/>
          </a:xfrm>
        </p:grpSpPr>
        <p:sp>
          <p:nvSpPr>
            <p:cNvPr id="168" name="Freeform 11"/>
            <p:cNvSpPr/>
            <p:nvPr/>
          </p:nvSpPr>
          <p:spPr>
            <a:xfrm>
              <a:off x="0" y="2575080"/>
              <a:ext cx="99360" cy="624600"/>
            </a:xfrm>
            <a:custGeom>
              <a:avLst/>
              <a:gdLst>
                <a:gd name="textAreaLeft" fmla="*/ 0 w 99360"/>
                <a:gd name="textAreaRight" fmla="*/ 100800 w 99360"/>
                <a:gd name="textAreaTop" fmla="*/ 0 h 624600"/>
                <a:gd name="textAreaBottom" fmla="*/ 626040 h 624600"/>
              </a:gdLst>
              <a:ahLst/>
              <a:cxnLst/>
              <a:rect l="textAreaLeft" t="textAreaTop" r="textAreaRight" b="textAreaBottom"/>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169" name="Freeform 12"/>
            <p:cNvSpPr/>
            <p:nvPr/>
          </p:nvSpPr>
          <p:spPr>
            <a:xfrm>
              <a:off x="128520" y="3156480"/>
              <a:ext cx="645120" cy="2320920"/>
            </a:xfrm>
            <a:custGeom>
              <a:avLst/>
              <a:gdLst>
                <a:gd name="textAreaLeft" fmla="*/ 0 w 645120"/>
                <a:gd name="textAreaRight" fmla="*/ 646560 w 645120"/>
                <a:gd name="textAreaTop" fmla="*/ 0 h 2320920"/>
                <a:gd name="textAreaBottom" fmla="*/ 2322360 h 2320920"/>
              </a:gdLst>
              <a:ahLst/>
              <a:cxnLst/>
              <a:rect l="textAreaLeft" t="textAreaTop" r="textAreaRight" b="textAreaBottom"/>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170" name="Freeform 13"/>
            <p:cNvSpPr/>
            <p:nvPr/>
          </p:nvSpPr>
          <p:spPr>
            <a:xfrm>
              <a:off x="807120" y="5447160"/>
              <a:ext cx="608040" cy="1418760"/>
            </a:xfrm>
            <a:custGeom>
              <a:avLst/>
              <a:gdLst>
                <a:gd name="textAreaLeft" fmla="*/ 0 w 608040"/>
                <a:gd name="textAreaRight" fmla="*/ 609480 w 608040"/>
                <a:gd name="textAreaTop" fmla="*/ 0 h 1418760"/>
                <a:gd name="textAreaBottom" fmla="*/ 1420200 h 1418760"/>
              </a:gdLst>
              <a:ahLst/>
              <a:cxnLst/>
              <a:rect l="textAreaLeft" t="textAreaTop" r="textAreaRight" b="textAreaBottom"/>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171" name="Freeform 14"/>
            <p:cNvSpPr/>
            <p:nvPr/>
          </p:nvSpPr>
          <p:spPr>
            <a:xfrm>
              <a:off x="959760" y="6503760"/>
              <a:ext cx="169920" cy="362160"/>
            </a:xfrm>
            <a:custGeom>
              <a:avLst/>
              <a:gdLst>
                <a:gd name="textAreaLeft" fmla="*/ 0 w 169920"/>
                <a:gd name="textAreaRight" fmla="*/ 171360 w 169920"/>
                <a:gd name="textAreaTop" fmla="*/ 0 h 362160"/>
                <a:gd name="textAreaBottom" fmla="*/ 363600 h 362160"/>
              </a:gdLst>
              <a:ahLst/>
              <a:cxnLst/>
              <a:rect l="textAreaLeft" t="textAreaTop" r="textAreaRight" b="textAreaBottom"/>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172" name="Freeform 15"/>
            <p:cNvSpPr/>
            <p:nvPr/>
          </p:nvSpPr>
          <p:spPr>
            <a:xfrm>
              <a:off x="100800" y="3201120"/>
              <a:ext cx="820440" cy="3327120"/>
            </a:xfrm>
            <a:custGeom>
              <a:avLst/>
              <a:gdLst>
                <a:gd name="textAreaLeft" fmla="*/ 0 w 820440"/>
                <a:gd name="textAreaRight" fmla="*/ 821880 w 820440"/>
                <a:gd name="textAreaTop" fmla="*/ 0 h 3327120"/>
                <a:gd name="textAreaBottom" fmla="*/ 3328560 h 3327120"/>
              </a:gdLst>
              <a:ahLst/>
              <a:cxnLst/>
              <a:rect l="textAreaLeft" t="textAreaTop" r="textAreaRight" b="textAreaBottom"/>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173" name="Freeform 16"/>
            <p:cNvSpPr/>
            <p:nvPr/>
          </p:nvSpPr>
          <p:spPr>
            <a:xfrm>
              <a:off x="22320" y="228600"/>
              <a:ext cx="104760" cy="2926440"/>
            </a:xfrm>
            <a:custGeom>
              <a:avLst/>
              <a:gdLst>
                <a:gd name="textAreaLeft" fmla="*/ 0 w 104760"/>
                <a:gd name="textAreaRight" fmla="*/ 106200 w 104760"/>
                <a:gd name="textAreaTop" fmla="*/ 0 h 2926440"/>
                <a:gd name="textAreaBottom" fmla="*/ 2927880 h 2926440"/>
              </a:gdLst>
              <a:ahLst/>
              <a:cxnLst/>
              <a:rect l="textAreaLeft" t="textAreaTop" r="textAreaRight" b="textAreaBottom"/>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174" name="Freeform 17"/>
            <p:cNvSpPr/>
            <p:nvPr/>
          </p:nvSpPr>
          <p:spPr>
            <a:xfrm>
              <a:off x="78120" y="2944080"/>
              <a:ext cx="76680" cy="492480"/>
            </a:xfrm>
            <a:custGeom>
              <a:avLst/>
              <a:gdLst>
                <a:gd name="textAreaLeft" fmla="*/ 0 w 76680"/>
                <a:gd name="textAreaRight" fmla="*/ 78120 w 76680"/>
                <a:gd name="textAreaTop" fmla="*/ 0 h 492480"/>
                <a:gd name="textAreaBottom" fmla="*/ 493920 h 492480"/>
              </a:gdLst>
              <a:ahLst/>
              <a:cxnLst/>
              <a:rect l="textAreaLeft" t="textAreaTop" r="textAreaRight" b="textAreaBottom"/>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175" name="Freeform 18"/>
            <p:cNvSpPr/>
            <p:nvPr/>
          </p:nvSpPr>
          <p:spPr>
            <a:xfrm>
              <a:off x="769680" y="5478840"/>
              <a:ext cx="188640" cy="1023480"/>
            </a:xfrm>
            <a:custGeom>
              <a:avLst/>
              <a:gdLst>
                <a:gd name="textAreaLeft" fmla="*/ 0 w 188640"/>
                <a:gd name="textAreaRight" fmla="*/ 190080 w 188640"/>
                <a:gd name="textAreaTop" fmla="*/ 0 h 1023480"/>
                <a:gd name="textAreaBottom" fmla="*/ 1024920 h 1023480"/>
              </a:gdLst>
              <a:ahLst/>
              <a:cxnLst/>
              <a:rect l="textAreaLeft" t="textAreaTop" r="textAreaRight" b="textAreaBottom"/>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176" name="Freeform 19"/>
            <p:cNvSpPr/>
            <p:nvPr/>
          </p:nvSpPr>
          <p:spPr>
            <a:xfrm>
              <a:off x="775440" y="1398960"/>
              <a:ext cx="2074680" cy="4046760"/>
            </a:xfrm>
            <a:custGeom>
              <a:avLst/>
              <a:gdLst>
                <a:gd name="textAreaLeft" fmla="*/ 0 w 2074680"/>
                <a:gd name="textAreaRight" fmla="*/ 2076120 w 2074680"/>
                <a:gd name="textAreaTop" fmla="*/ 0 h 4046760"/>
                <a:gd name="textAreaBottom" fmla="*/ 4048200 h 4046760"/>
              </a:gdLst>
              <a:ahLst/>
              <a:cxnLst/>
              <a:rect l="textAreaLeft" t="textAreaTop" r="textAreaRight" b="textAreaBottom"/>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177" name="Freeform 20"/>
            <p:cNvSpPr/>
            <p:nvPr/>
          </p:nvSpPr>
          <p:spPr>
            <a:xfrm>
              <a:off x="922680" y="6530040"/>
              <a:ext cx="160560" cy="335880"/>
            </a:xfrm>
            <a:custGeom>
              <a:avLst/>
              <a:gdLst>
                <a:gd name="textAreaLeft" fmla="*/ 0 w 160560"/>
                <a:gd name="textAreaRight" fmla="*/ 162000 w 160560"/>
                <a:gd name="textAreaTop" fmla="*/ 0 h 335880"/>
                <a:gd name="textAreaBottom" fmla="*/ 337320 h 335880"/>
              </a:gdLst>
              <a:ahLst/>
              <a:cxnLst/>
              <a:rect l="textAreaLeft" t="textAreaTop" r="textAreaRight" b="textAreaBottom"/>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178" name="Freeform 21"/>
            <p:cNvSpPr/>
            <p:nvPr/>
          </p:nvSpPr>
          <p:spPr>
            <a:xfrm>
              <a:off x="769680" y="5359320"/>
              <a:ext cx="36000" cy="220320"/>
            </a:xfrm>
            <a:custGeom>
              <a:avLst/>
              <a:gdLst>
                <a:gd name="textAreaLeft" fmla="*/ 0 w 36000"/>
                <a:gd name="textAreaRight" fmla="*/ 37440 w 36000"/>
                <a:gd name="textAreaTop" fmla="*/ 0 h 220320"/>
                <a:gd name="textAreaBottom" fmla="*/ 221760 h 220320"/>
              </a:gdLst>
              <a:ahLst/>
              <a:cxnLst/>
              <a:rect l="textAreaLeft" t="textAreaTop" r="textAreaRight" b="textAreaBottom"/>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179" name="Freeform 22"/>
            <p:cNvSpPr/>
            <p:nvPr/>
          </p:nvSpPr>
          <p:spPr>
            <a:xfrm>
              <a:off x="849960" y="6244560"/>
              <a:ext cx="237240" cy="621000"/>
            </a:xfrm>
            <a:custGeom>
              <a:avLst/>
              <a:gdLst>
                <a:gd name="textAreaLeft" fmla="*/ 0 w 237240"/>
                <a:gd name="textAreaRight" fmla="*/ 238680 w 237240"/>
                <a:gd name="textAreaTop" fmla="*/ 0 h 621000"/>
                <a:gd name="textAreaBottom" fmla="*/ 622440 h 621000"/>
              </a:gdLst>
              <a:ahLst/>
              <a:cxnLst/>
              <a:rect l="textAreaLeft" t="textAreaTop" r="textAreaRight" b="textAreaBottom"/>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grpSp>
      <p:grpSp>
        <p:nvGrpSpPr>
          <p:cNvPr id="180" name="Group 9"/>
          <p:cNvGrpSpPr/>
          <p:nvPr/>
        </p:nvGrpSpPr>
        <p:grpSpPr>
          <a:xfrm>
            <a:off x="27360" y="-720"/>
            <a:ext cx="2355120" cy="6852600"/>
            <a:chOff x="27360" y="-720"/>
            <a:chExt cx="2355120" cy="6852600"/>
          </a:xfrm>
        </p:grpSpPr>
        <p:sp>
          <p:nvSpPr>
            <p:cNvPr id="181" name="Freeform 27"/>
            <p:cNvSpPr/>
            <p:nvPr/>
          </p:nvSpPr>
          <p:spPr>
            <a:xfrm>
              <a:off x="27360" y="-720"/>
              <a:ext cx="492840" cy="4399560"/>
            </a:xfrm>
            <a:custGeom>
              <a:avLst/>
              <a:gdLst>
                <a:gd name="textAreaLeft" fmla="*/ 0 w 492840"/>
                <a:gd name="textAreaRight" fmla="*/ 494280 w 492840"/>
                <a:gd name="textAreaTop" fmla="*/ 0 h 4399560"/>
                <a:gd name="textAreaBottom" fmla="*/ 4401000 h 4399560"/>
              </a:gdLst>
              <a:ahLst/>
              <a:cxnLst/>
              <a:rect l="textAreaLeft" t="textAreaTop" r="textAreaRight" b="textAreaBottom"/>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182" name="Freeform 28"/>
            <p:cNvSpPr/>
            <p:nvPr/>
          </p:nvSpPr>
          <p:spPr>
            <a:xfrm>
              <a:off x="550440" y="4316400"/>
              <a:ext cx="421920" cy="1579320"/>
            </a:xfrm>
            <a:custGeom>
              <a:avLst/>
              <a:gdLst>
                <a:gd name="textAreaLeft" fmla="*/ 0 w 421920"/>
                <a:gd name="textAreaRight" fmla="*/ 423360 w 421920"/>
                <a:gd name="textAreaTop" fmla="*/ 0 h 1579320"/>
                <a:gd name="textAreaBottom" fmla="*/ 1580760 h 1579320"/>
              </a:gdLst>
              <a:ahLst/>
              <a:cxnLst/>
              <a:rect l="textAreaLeft" t="textAreaTop" r="textAreaRight" b="textAreaBottom"/>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183" name="Freeform 29"/>
            <p:cNvSpPr/>
            <p:nvPr/>
          </p:nvSpPr>
          <p:spPr>
            <a:xfrm>
              <a:off x="1006200" y="5862600"/>
              <a:ext cx="429480" cy="989280"/>
            </a:xfrm>
            <a:custGeom>
              <a:avLst/>
              <a:gdLst>
                <a:gd name="textAreaLeft" fmla="*/ 0 w 429480"/>
                <a:gd name="textAreaRight" fmla="*/ 430920 w 429480"/>
                <a:gd name="textAreaTop" fmla="*/ 0 h 989280"/>
                <a:gd name="textAreaBottom" fmla="*/ 990720 h 989280"/>
              </a:gdLst>
              <a:ahLst/>
              <a:cxnLst/>
              <a:rect l="textAreaLeft" t="textAreaTop" r="textAreaRight" b="textAreaBottom"/>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184" name="Freeform 30"/>
            <p:cNvSpPr/>
            <p:nvPr/>
          </p:nvSpPr>
          <p:spPr>
            <a:xfrm>
              <a:off x="521640" y="4364280"/>
              <a:ext cx="550440" cy="2234520"/>
            </a:xfrm>
            <a:custGeom>
              <a:avLst/>
              <a:gdLst>
                <a:gd name="textAreaLeft" fmla="*/ 0 w 550440"/>
                <a:gd name="textAreaRight" fmla="*/ 551880 w 550440"/>
                <a:gd name="textAreaTop" fmla="*/ 0 h 2234520"/>
                <a:gd name="textAreaBottom" fmla="*/ 2235960 h 2234520"/>
              </a:gdLst>
              <a:ahLst/>
              <a:cxnLst/>
              <a:rect l="textAreaLeft" t="textAreaTop" r="textAreaRight" b="textAreaBottom"/>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185" name="Freeform 31"/>
            <p:cNvSpPr/>
            <p:nvPr/>
          </p:nvSpPr>
          <p:spPr>
            <a:xfrm>
              <a:off x="468000" y="1289160"/>
              <a:ext cx="172800" cy="3025800"/>
            </a:xfrm>
            <a:custGeom>
              <a:avLst/>
              <a:gdLst>
                <a:gd name="textAreaLeft" fmla="*/ 0 w 172800"/>
                <a:gd name="textAreaRight" fmla="*/ 174240 w 172800"/>
                <a:gd name="textAreaTop" fmla="*/ 0 h 3025800"/>
                <a:gd name="textAreaBottom" fmla="*/ 3027240 h 3025800"/>
              </a:gdLst>
              <a:ahLst/>
              <a:cxnLst/>
              <a:rect l="textAreaLeft" t="textAreaTop" r="textAreaRight" b="textAreaBottom"/>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186" name="Freeform 32"/>
            <p:cNvSpPr/>
            <p:nvPr/>
          </p:nvSpPr>
          <p:spPr>
            <a:xfrm>
              <a:off x="1111680" y="6571440"/>
              <a:ext cx="132840" cy="280080"/>
            </a:xfrm>
            <a:custGeom>
              <a:avLst/>
              <a:gdLst>
                <a:gd name="textAreaLeft" fmla="*/ 0 w 132840"/>
                <a:gd name="textAreaRight" fmla="*/ 134280 w 132840"/>
                <a:gd name="textAreaTop" fmla="*/ 0 h 280080"/>
                <a:gd name="textAreaBottom" fmla="*/ 281520 h 280080"/>
              </a:gdLst>
              <a:ahLst/>
              <a:cxnLst/>
              <a:rect l="textAreaLeft" t="textAreaTop" r="textAreaRight" b="textAreaBottom"/>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187" name="Freeform 33"/>
            <p:cNvSpPr/>
            <p:nvPr/>
          </p:nvSpPr>
          <p:spPr>
            <a:xfrm>
              <a:off x="502560" y="4107600"/>
              <a:ext cx="81000" cy="510120"/>
            </a:xfrm>
            <a:custGeom>
              <a:avLst/>
              <a:gdLst>
                <a:gd name="textAreaLeft" fmla="*/ 0 w 81000"/>
                <a:gd name="textAreaRight" fmla="*/ 82440 w 81000"/>
                <a:gd name="textAreaTop" fmla="*/ 0 h 510120"/>
                <a:gd name="textAreaBottom" fmla="*/ 511560 h 510120"/>
              </a:gdLst>
              <a:ahLst/>
              <a:cxnLst/>
              <a:rect l="textAreaLeft" t="textAreaTop" r="textAreaRight" b="textAreaBottom"/>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188" name="Freeform 34"/>
            <p:cNvSpPr/>
            <p:nvPr/>
          </p:nvSpPr>
          <p:spPr>
            <a:xfrm>
              <a:off x="973800" y="3145680"/>
              <a:ext cx="1408680" cy="2715480"/>
            </a:xfrm>
            <a:custGeom>
              <a:avLst/>
              <a:gdLst>
                <a:gd name="textAreaLeft" fmla="*/ 0 w 1408680"/>
                <a:gd name="textAreaRight" fmla="*/ 1410120 w 1408680"/>
                <a:gd name="textAreaTop" fmla="*/ 0 h 2715480"/>
                <a:gd name="textAreaBottom" fmla="*/ 2716920 h 2715480"/>
              </a:gdLst>
              <a:ahLst/>
              <a:cxnLst/>
              <a:rect l="textAreaLeft" t="textAreaTop" r="textAreaRight" b="textAreaBottom"/>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189" name="Freeform 35"/>
            <p:cNvSpPr/>
            <p:nvPr/>
          </p:nvSpPr>
          <p:spPr>
            <a:xfrm>
              <a:off x="1073520" y="6600240"/>
              <a:ext cx="119160" cy="251640"/>
            </a:xfrm>
            <a:custGeom>
              <a:avLst/>
              <a:gdLst>
                <a:gd name="textAreaLeft" fmla="*/ 0 w 119160"/>
                <a:gd name="textAreaRight" fmla="*/ 120600 w 119160"/>
                <a:gd name="textAreaTop" fmla="*/ 0 h 251640"/>
                <a:gd name="textAreaBottom" fmla="*/ 253080 h 251640"/>
              </a:gdLst>
              <a:ahLst/>
              <a:cxnLst/>
              <a:rect l="textAreaLeft" t="textAreaTop" r="textAreaRight" b="textAreaBottom"/>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190" name="Freeform 36"/>
            <p:cNvSpPr/>
            <p:nvPr/>
          </p:nvSpPr>
          <p:spPr>
            <a:xfrm>
              <a:off x="973800" y="5897160"/>
              <a:ext cx="136440" cy="672840"/>
            </a:xfrm>
            <a:custGeom>
              <a:avLst/>
              <a:gdLst>
                <a:gd name="textAreaLeft" fmla="*/ 0 w 136440"/>
                <a:gd name="textAreaRight" fmla="*/ 137880 w 136440"/>
                <a:gd name="textAreaTop" fmla="*/ 0 h 672840"/>
                <a:gd name="textAreaBottom" fmla="*/ 674280 h 672840"/>
              </a:gdLst>
              <a:ahLst/>
              <a:cxnLst/>
              <a:rect l="textAreaLeft" t="textAreaTop" r="textAreaRight" b="textAreaBottom"/>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191" name="Freeform 37"/>
            <p:cNvSpPr/>
            <p:nvPr/>
          </p:nvSpPr>
          <p:spPr>
            <a:xfrm>
              <a:off x="973800" y="5772600"/>
              <a:ext cx="36720" cy="226440"/>
            </a:xfrm>
            <a:custGeom>
              <a:avLst/>
              <a:gdLst>
                <a:gd name="textAreaLeft" fmla="*/ 0 w 36720"/>
                <a:gd name="textAreaRight" fmla="*/ 38160 w 36720"/>
                <a:gd name="textAreaTop" fmla="*/ 0 h 226440"/>
                <a:gd name="textAreaBottom" fmla="*/ 227880 h 226440"/>
              </a:gdLst>
              <a:ahLst/>
              <a:cxnLst/>
              <a:rect l="textAreaLeft" t="textAreaTop" r="textAreaRight" b="textAreaBottom"/>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192" name="Freeform 38"/>
            <p:cNvSpPr/>
            <p:nvPr/>
          </p:nvSpPr>
          <p:spPr>
            <a:xfrm>
              <a:off x="1006200" y="6322680"/>
              <a:ext cx="209160" cy="529200"/>
            </a:xfrm>
            <a:custGeom>
              <a:avLst/>
              <a:gdLst>
                <a:gd name="textAreaLeft" fmla="*/ 0 w 209160"/>
                <a:gd name="textAreaRight" fmla="*/ 210600 w 209160"/>
                <a:gd name="textAreaTop" fmla="*/ 0 h 529200"/>
                <a:gd name="textAreaBottom" fmla="*/ 530640 h 529200"/>
              </a:gdLst>
              <a:ahLst/>
              <a:cxnLst/>
              <a:rect l="textAreaLeft" t="textAreaTop" r="textAreaRight" b="textAreaBottom"/>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grpSp>
      <p:sp>
        <p:nvSpPr>
          <p:cNvPr id="193" name="Rectangle 6"/>
          <p:cNvSpPr/>
          <p:nvPr/>
        </p:nvSpPr>
        <p:spPr>
          <a:xfrm>
            <a:off x="0" y="0"/>
            <a:ext cx="181440" cy="6856560"/>
          </a:xfrm>
          <a:prstGeom prst="rect">
            <a:avLst/>
          </a:prstGeom>
          <a:solidFill>
            <a:schemeClr val="tx2"/>
          </a:solidFill>
          <a:ln>
            <a:noFill/>
          </a:ln>
          <a:effectLst>
            <a:outerShdw blurRad="38160" dir="5400000" dist="25560" rotWithShape="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194" name="PlaceHolder 1"/>
          <p:cNvSpPr>
            <a:spLocks noGrp="1"/>
          </p:cNvSpPr>
          <p:nvPr>
            <p:ph type="title"/>
          </p:nvPr>
        </p:nvSpPr>
        <p:spPr>
          <a:xfrm>
            <a:off x="2593080" y="624240"/>
            <a:ext cx="8910360" cy="1279440"/>
          </a:xfrm>
          <a:prstGeom prst="rect">
            <a:avLst/>
          </a:prstGeom>
          <a:noFill/>
          <a:ln w="0">
            <a:noFill/>
          </a:ln>
        </p:spPr>
        <p:txBody>
          <a:bodyPr lIns="91440" rIns="91440" tIns="45720" bIns="45720" anchor="t">
            <a:noAutofit/>
          </a:bodyPr>
          <a:p>
            <a:pPr indent="0" defTabSz="457200">
              <a:lnSpc>
                <a:spcPct val="100000"/>
              </a:lnSpc>
              <a:buNone/>
              <a:tabLst>
                <a:tab algn="l" pos="0"/>
              </a:tabLst>
            </a:pPr>
            <a:r>
              <a:rPr lang="en-US" sz="3600" b="0" u="none" strike="noStrike">
                <a:solidFill>
                  <a:schemeClr val="dk1">
                    <a:lumMod val="85000"/>
                    <a:lumOff val="15000"/>
                  </a:schemeClr>
                </a:solidFill>
                <a:effectLst/>
                <a:uFillTx/>
                <a:latin typeface="Century Gothic"/>
              </a:rPr>
              <a:t>Click to edit Master title style</a:t>
            </a:r>
            <a:endParaRPr lang="en-US" sz="3600" b="0" u="none" strike="noStrike">
              <a:solidFill>
                <a:srgbClr val="000000"/>
              </a:solidFill>
              <a:effectLst/>
              <a:uFillTx/>
              <a:latin typeface="Arial"/>
            </a:endParaRPr>
          </a:p>
        </p:txBody>
      </p:sp>
      <p:sp>
        <p:nvSpPr>
          <p:cNvPr id="195" name="PlaceHolder 2"/>
          <p:cNvSpPr>
            <a:spLocks noGrp="1"/>
          </p:cNvSpPr>
          <p:nvPr>
            <p:ph type="body"/>
          </p:nvPr>
        </p:nvSpPr>
        <p:spPr>
          <a:xfrm>
            <a:off x="2939400" y="1972800"/>
            <a:ext cx="3991320" cy="574920"/>
          </a:xfrm>
          <a:prstGeom prst="rect">
            <a:avLst/>
          </a:prstGeom>
          <a:noFill/>
          <a:ln w="0">
            <a:noFill/>
          </a:ln>
        </p:spPr>
        <p:txBody>
          <a:bodyPr lIns="91440" rIns="91440" tIns="45720" bIns="45720" anchor="b">
            <a:noAutofit/>
          </a:bodyPr>
          <a:p>
            <a:pPr indent="0" defTabSz="457200">
              <a:lnSpc>
                <a:spcPct val="100000"/>
              </a:lnSpc>
              <a:spcBef>
                <a:spcPts val="1001"/>
              </a:spcBef>
              <a:buNone/>
              <a:tabLst>
                <a:tab algn="l" pos="0"/>
              </a:tabLst>
            </a:pPr>
            <a:r>
              <a:rPr lang="en-US" sz="2400" b="0" u="none" strike="noStrike">
                <a:solidFill>
                  <a:schemeClr val="dk1">
                    <a:lumMod val="75000"/>
                    <a:lumOff val="25000"/>
                  </a:schemeClr>
                </a:solidFill>
                <a:effectLst/>
                <a:uFillTx/>
                <a:latin typeface="Century Gothic"/>
              </a:rPr>
              <a:t>Click to edit Master text styles</a:t>
            </a:r>
            <a:endParaRPr lang="en-US" sz="2400" b="0" u="none" strike="noStrike">
              <a:solidFill>
                <a:srgbClr val="000000"/>
              </a:solidFill>
              <a:effectLst/>
              <a:uFillTx/>
              <a:latin typeface="Arial"/>
            </a:endParaRPr>
          </a:p>
        </p:txBody>
      </p:sp>
      <p:sp>
        <p:nvSpPr>
          <p:cNvPr id="196" name="PlaceHolder 3"/>
          <p:cNvSpPr>
            <a:spLocks noGrp="1"/>
          </p:cNvSpPr>
          <p:nvPr>
            <p:ph type="body"/>
          </p:nvPr>
        </p:nvSpPr>
        <p:spPr>
          <a:xfrm>
            <a:off x="2589120" y="2548800"/>
            <a:ext cx="4341600" cy="3352680"/>
          </a:xfrm>
          <a:prstGeom prst="rect">
            <a:avLst/>
          </a:prstGeom>
          <a:noFill/>
          <a:ln w="0">
            <a:noFill/>
          </a:ln>
        </p:spPr>
        <p:txBody>
          <a:bodyPr lIns="91440" rIns="91440" tIns="45720" bIns="45720" anchor="t">
            <a:normAutofit/>
          </a:bodyPr>
          <a:p>
            <a:pPr marL="343080" indent="-343080" defTabSz="457200">
              <a:lnSpc>
                <a:spcPct val="100000"/>
              </a:lnSpc>
              <a:spcBef>
                <a:spcPts val="1001"/>
              </a:spcBef>
              <a:buClr>
                <a:srgbClr val="a53010"/>
              </a:buClr>
              <a:buFont typeface="Wingdings 3" charset="2"/>
              <a:buChar char=""/>
            </a:pPr>
            <a:r>
              <a:rPr lang="en-US" sz="1800" b="0" u="none" strike="noStrike">
                <a:solidFill>
                  <a:schemeClr val="dk1">
                    <a:lumMod val="75000"/>
                    <a:lumOff val="25000"/>
                  </a:schemeClr>
                </a:solidFill>
                <a:effectLst/>
                <a:uFillTx/>
                <a:latin typeface="Century Gothic"/>
              </a:rPr>
              <a:t>Click to edit Master text styles</a:t>
            </a:r>
            <a:endParaRPr lang="en-US" sz="1800" b="0" u="none" strike="noStrike">
              <a:solidFill>
                <a:srgbClr val="000000"/>
              </a:solidFill>
              <a:effectLst/>
              <a:uFillTx/>
              <a:latin typeface="Arial"/>
            </a:endParaRPr>
          </a:p>
          <a:p>
            <a:pPr marL="743040" lvl="1" indent="-285840" defTabSz="457200">
              <a:lnSpc>
                <a:spcPct val="100000"/>
              </a:lnSpc>
              <a:spcBef>
                <a:spcPts val="1001"/>
              </a:spcBef>
              <a:buClr>
                <a:srgbClr val="a53010"/>
              </a:buClr>
              <a:buFont typeface="Wingdings 3" charset="2"/>
              <a:buChar char=""/>
            </a:pPr>
            <a:r>
              <a:rPr lang="en-US" sz="1600" b="0" u="none" strike="noStrike">
                <a:solidFill>
                  <a:schemeClr val="dk1">
                    <a:lumMod val="75000"/>
                    <a:lumOff val="25000"/>
                  </a:schemeClr>
                </a:solidFill>
                <a:effectLst/>
                <a:uFillTx/>
                <a:latin typeface="Century Gothic"/>
              </a:rPr>
              <a:t>Second level</a:t>
            </a:r>
            <a:endParaRPr lang="en-US" sz="1600" b="0" u="none" strike="noStrike">
              <a:solidFill>
                <a:srgbClr val="000000"/>
              </a:solidFill>
              <a:effectLst/>
              <a:uFillTx/>
              <a:latin typeface="Arial"/>
            </a:endParaRPr>
          </a:p>
          <a:p>
            <a:pPr marL="1143000" lvl="2" indent="-228600" defTabSz="457200">
              <a:lnSpc>
                <a:spcPct val="100000"/>
              </a:lnSpc>
              <a:spcBef>
                <a:spcPts val="1001"/>
              </a:spcBef>
              <a:buClr>
                <a:srgbClr val="a53010"/>
              </a:buClr>
              <a:buFont typeface="Wingdings 3" charset="2"/>
              <a:buChar char=""/>
            </a:pPr>
            <a:r>
              <a:rPr lang="en-US" sz="1400" b="0" u="none" strike="noStrike">
                <a:solidFill>
                  <a:schemeClr val="dk1">
                    <a:lumMod val="75000"/>
                    <a:lumOff val="25000"/>
                  </a:schemeClr>
                </a:solidFill>
                <a:effectLst/>
                <a:uFillTx/>
                <a:latin typeface="Century Gothic"/>
              </a:rPr>
              <a:t>Third level</a:t>
            </a:r>
            <a:endParaRPr lang="en-US" sz="1400" b="0" u="none" strike="noStrike">
              <a:solidFill>
                <a:srgbClr val="000000"/>
              </a:solidFill>
              <a:effectLst/>
              <a:uFillTx/>
              <a:latin typeface="Arial"/>
            </a:endParaRPr>
          </a:p>
          <a:p>
            <a:pPr marL="1600200" lvl="3" indent="-228600" defTabSz="457200">
              <a:lnSpc>
                <a:spcPct val="100000"/>
              </a:lnSpc>
              <a:spcBef>
                <a:spcPts val="1001"/>
              </a:spcBef>
              <a:buClr>
                <a:srgbClr val="a53010"/>
              </a:buClr>
              <a:buFont typeface="Wingdings 3" charset="2"/>
              <a:buChar char=""/>
            </a:pPr>
            <a:r>
              <a:rPr lang="en-US" sz="1200" b="0" u="none" strike="noStrike">
                <a:solidFill>
                  <a:schemeClr val="dk1">
                    <a:lumMod val="75000"/>
                    <a:lumOff val="25000"/>
                  </a:schemeClr>
                </a:solidFill>
                <a:effectLst/>
                <a:uFillTx/>
                <a:latin typeface="Century Gothic"/>
              </a:rPr>
              <a:t>Fourth level</a:t>
            </a:r>
            <a:endParaRPr lang="en-US" sz="1200" b="0" u="none" strike="noStrike">
              <a:solidFill>
                <a:srgbClr val="000000"/>
              </a:solidFill>
              <a:effectLst/>
              <a:uFillTx/>
              <a:latin typeface="Arial"/>
            </a:endParaRPr>
          </a:p>
          <a:p>
            <a:pPr marL="2057400" lvl="4" indent="-228600" defTabSz="457200">
              <a:lnSpc>
                <a:spcPct val="100000"/>
              </a:lnSpc>
              <a:spcBef>
                <a:spcPts val="1001"/>
              </a:spcBef>
              <a:buClr>
                <a:srgbClr val="a53010"/>
              </a:buClr>
              <a:buFont typeface="Wingdings 3" charset="2"/>
              <a:buChar char=""/>
            </a:pPr>
            <a:r>
              <a:rPr lang="en-US" sz="1200" b="0" u="none" strike="noStrike">
                <a:solidFill>
                  <a:schemeClr val="dk1">
                    <a:lumMod val="75000"/>
                    <a:lumOff val="25000"/>
                  </a:schemeClr>
                </a:solidFill>
                <a:effectLst/>
                <a:uFillTx/>
                <a:latin typeface="Century Gothic"/>
              </a:rPr>
              <a:t>Fifth level</a:t>
            </a:r>
            <a:endParaRPr lang="en-US" sz="1200" b="0" u="none" strike="noStrike">
              <a:solidFill>
                <a:srgbClr val="000000"/>
              </a:solidFill>
              <a:effectLst/>
              <a:uFillTx/>
              <a:latin typeface="Arial"/>
            </a:endParaRPr>
          </a:p>
        </p:txBody>
      </p:sp>
      <p:sp>
        <p:nvSpPr>
          <p:cNvPr id="197" name="PlaceHolder 4"/>
          <p:cNvSpPr>
            <a:spLocks noGrp="1"/>
          </p:cNvSpPr>
          <p:nvPr>
            <p:ph type="body"/>
          </p:nvPr>
        </p:nvSpPr>
        <p:spPr>
          <a:xfrm>
            <a:off x="7506720" y="1969560"/>
            <a:ext cx="3997440" cy="574920"/>
          </a:xfrm>
          <a:prstGeom prst="rect">
            <a:avLst/>
          </a:prstGeom>
          <a:noFill/>
          <a:ln w="0">
            <a:noFill/>
          </a:ln>
        </p:spPr>
        <p:txBody>
          <a:bodyPr lIns="91440" rIns="91440" tIns="45720" bIns="45720" anchor="b">
            <a:noAutofit/>
          </a:bodyPr>
          <a:p>
            <a:pPr indent="0" defTabSz="457200">
              <a:lnSpc>
                <a:spcPct val="100000"/>
              </a:lnSpc>
              <a:spcBef>
                <a:spcPts val="1001"/>
              </a:spcBef>
              <a:buNone/>
              <a:tabLst>
                <a:tab algn="l" pos="0"/>
              </a:tabLst>
            </a:pPr>
            <a:r>
              <a:rPr lang="en-US" sz="2400" b="0" u="none" strike="noStrike">
                <a:solidFill>
                  <a:schemeClr val="dk1">
                    <a:lumMod val="75000"/>
                    <a:lumOff val="25000"/>
                  </a:schemeClr>
                </a:solidFill>
                <a:effectLst/>
                <a:uFillTx/>
                <a:latin typeface="Century Gothic"/>
              </a:rPr>
              <a:t>Click to edit Master text styles</a:t>
            </a:r>
            <a:endParaRPr lang="en-US" sz="2400" b="0" u="none" strike="noStrike">
              <a:solidFill>
                <a:srgbClr val="000000"/>
              </a:solidFill>
              <a:effectLst/>
              <a:uFillTx/>
              <a:latin typeface="Arial"/>
            </a:endParaRPr>
          </a:p>
        </p:txBody>
      </p:sp>
      <p:sp>
        <p:nvSpPr>
          <p:cNvPr id="198" name="PlaceHolder 5"/>
          <p:cNvSpPr>
            <a:spLocks noGrp="1"/>
          </p:cNvSpPr>
          <p:nvPr>
            <p:ph type="body"/>
          </p:nvPr>
        </p:nvSpPr>
        <p:spPr>
          <a:xfrm>
            <a:off x="7166880" y="2545560"/>
            <a:ext cx="4337280" cy="3352680"/>
          </a:xfrm>
          <a:prstGeom prst="rect">
            <a:avLst/>
          </a:prstGeom>
          <a:noFill/>
          <a:ln w="0">
            <a:noFill/>
          </a:ln>
        </p:spPr>
        <p:txBody>
          <a:bodyPr lIns="91440" rIns="91440" tIns="45720" bIns="45720" anchor="t">
            <a:normAutofit/>
          </a:bodyPr>
          <a:p>
            <a:pPr marL="343080" indent="-343080" defTabSz="457200">
              <a:lnSpc>
                <a:spcPct val="100000"/>
              </a:lnSpc>
              <a:spcBef>
                <a:spcPts val="1001"/>
              </a:spcBef>
              <a:buClr>
                <a:srgbClr val="a53010"/>
              </a:buClr>
              <a:buFont typeface="Wingdings 3" charset="2"/>
              <a:buChar char=""/>
            </a:pPr>
            <a:r>
              <a:rPr lang="en-US" sz="1800" b="0" u="none" strike="noStrike">
                <a:solidFill>
                  <a:schemeClr val="dk1">
                    <a:lumMod val="75000"/>
                    <a:lumOff val="25000"/>
                  </a:schemeClr>
                </a:solidFill>
                <a:effectLst/>
                <a:uFillTx/>
                <a:latin typeface="Century Gothic"/>
              </a:rPr>
              <a:t>Click to edit Master text styles</a:t>
            </a:r>
            <a:endParaRPr lang="en-US" sz="1800" b="0" u="none" strike="noStrike">
              <a:solidFill>
                <a:srgbClr val="000000"/>
              </a:solidFill>
              <a:effectLst/>
              <a:uFillTx/>
              <a:latin typeface="Arial"/>
            </a:endParaRPr>
          </a:p>
          <a:p>
            <a:pPr marL="743040" lvl="1" indent="-285840" defTabSz="457200">
              <a:lnSpc>
                <a:spcPct val="100000"/>
              </a:lnSpc>
              <a:spcBef>
                <a:spcPts val="1001"/>
              </a:spcBef>
              <a:buClr>
                <a:srgbClr val="a53010"/>
              </a:buClr>
              <a:buFont typeface="Wingdings 3" charset="2"/>
              <a:buChar char=""/>
            </a:pPr>
            <a:r>
              <a:rPr lang="en-US" sz="1600" b="0" u="none" strike="noStrike">
                <a:solidFill>
                  <a:schemeClr val="dk1">
                    <a:lumMod val="75000"/>
                    <a:lumOff val="25000"/>
                  </a:schemeClr>
                </a:solidFill>
                <a:effectLst/>
                <a:uFillTx/>
                <a:latin typeface="Century Gothic"/>
              </a:rPr>
              <a:t>Second level</a:t>
            </a:r>
            <a:endParaRPr lang="en-US" sz="1600" b="0" u="none" strike="noStrike">
              <a:solidFill>
                <a:srgbClr val="000000"/>
              </a:solidFill>
              <a:effectLst/>
              <a:uFillTx/>
              <a:latin typeface="Arial"/>
            </a:endParaRPr>
          </a:p>
          <a:p>
            <a:pPr marL="1143000" lvl="2" indent="-228600" defTabSz="457200">
              <a:lnSpc>
                <a:spcPct val="100000"/>
              </a:lnSpc>
              <a:spcBef>
                <a:spcPts val="1001"/>
              </a:spcBef>
              <a:buClr>
                <a:srgbClr val="a53010"/>
              </a:buClr>
              <a:buFont typeface="Wingdings 3" charset="2"/>
              <a:buChar char=""/>
            </a:pPr>
            <a:r>
              <a:rPr lang="en-US" sz="1400" b="0" u="none" strike="noStrike">
                <a:solidFill>
                  <a:schemeClr val="dk1">
                    <a:lumMod val="75000"/>
                    <a:lumOff val="25000"/>
                  </a:schemeClr>
                </a:solidFill>
                <a:effectLst/>
                <a:uFillTx/>
                <a:latin typeface="Century Gothic"/>
              </a:rPr>
              <a:t>Third level</a:t>
            </a:r>
            <a:endParaRPr lang="en-US" sz="1400" b="0" u="none" strike="noStrike">
              <a:solidFill>
                <a:srgbClr val="000000"/>
              </a:solidFill>
              <a:effectLst/>
              <a:uFillTx/>
              <a:latin typeface="Arial"/>
            </a:endParaRPr>
          </a:p>
          <a:p>
            <a:pPr marL="1600200" lvl="3" indent="-228600" defTabSz="457200">
              <a:lnSpc>
                <a:spcPct val="100000"/>
              </a:lnSpc>
              <a:spcBef>
                <a:spcPts val="1001"/>
              </a:spcBef>
              <a:buClr>
                <a:srgbClr val="a53010"/>
              </a:buClr>
              <a:buFont typeface="Wingdings 3" charset="2"/>
              <a:buChar char=""/>
            </a:pPr>
            <a:r>
              <a:rPr lang="en-US" sz="1200" b="0" u="none" strike="noStrike">
                <a:solidFill>
                  <a:schemeClr val="dk1">
                    <a:lumMod val="75000"/>
                    <a:lumOff val="25000"/>
                  </a:schemeClr>
                </a:solidFill>
                <a:effectLst/>
                <a:uFillTx/>
                <a:latin typeface="Century Gothic"/>
              </a:rPr>
              <a:t>Fourth level</a:t>
            </a:r>
            <a:endParaRPr lang="en-US" sz="1200" b="0" u="none" strike="noStrike">
              <a:solidFill>
                <a:srgbClr val="000000"/>
              </a:solidFill>
              <a:effectLst/>
              <a:uFillTx/>
              <a:latin typeface="Arial"/>
            </a:endParaRPr>
          </a:p>
          <a:p>
            <a:pPr marL="2057400" lvl="4" indent="-228600" defTabSz="457200">
              <a:lnSpc>
                <a:spcPct val="100000"/>
              </a:lnSpc>
              <a:spcBef>
                <a:spcPts val="1001"/>
              </a:spcBef>
              <a:buClr>
                <a:srgbClr val="a53010"/>
              </a:buClr>
              <a:buFont typeface="Wingdings 3" charset="2"/>
              <a:buChar char=""/>
            </a:pPr>
            <a:r>
              <a:rPr lang="en-US" sz="1200" b="0" u="none" strike="noStrike">
                <a:solidFill>
                  <a:schemeClr val="dk1">
                    <a:lumMod val="75000"/>
                    <a:lumOff val="25000"/>
                  </a:schemeClr>
                </a:solidFill>
                <a:effectLst/>
                <a:uFillTx/>
                <a:latin typeface="Century Gothic"/>
              </a:rPr>
              <a:t>Fifth level</a:t>
            </a:r>
            <a:endParaRPr lang="en-US" sz="1200" b="0" u="none" strike="noStrike">
              <a:solidFill>
                <a:srgbClr val="000000"/>
              </a:solidFill>
              <a:effectLst/>
              <a:uFillTx/>
              <a:latin typeface="Arial"/>
            </a:endParaRPr>
          </a:p>
        </p:txBody>
      </p:sp>
      <p:sp>
        <p:nvSpPr>
          <p:cNvPr id="199" name="PlaceHolder 6"/>
          <p:cNvSpPr>
            <a:spLocks noGrp="1"/>
          </p:cNvSpPr>
          <p:nvPr>
            <p:ph type="dt" idx="16"/>
          </p:nvPr>
        </p:nvSpPr>
        <p:spPr>
          <a:xfrm>
            <a:off x="10361520" y="6130440"/>
            <a:ext cx="1144800" cy="3690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US" sz="900" b="0" u="none" strike="noStrike">
                <a:solidFill>
                  <a:schemeClr val="dk1">
                    <a:tint val="75000"/>
                  </a:schemeClr>
                </a:solidFill>
                <a:effectLst/>
                <a:uFillTx/>
                <a:latin typeface="Century Gothic"/>
              </a:defRPr>
            </a:lvl1pPr>
          </a:lstStyle>
          <a:p>
            <a:pPr indent="0" algn="r" defTabSz="457200">
              <a:lnSpc>
                <a:spcPct val="100000"/>
              </a:lnSpc>
              <a:buNone/>
              <a:tabLst>
                <a:tab algn="l" pos="0"/>
              </a:tabLst>
            </a:pPr>
            <a:r>
              <a:rPr lang="en-US" sz="900" b="0" u="none" strike="noStrike">
                <a:solidFill>
                  <a:schemeClr val="dk1">
                    <a:tint val="75000"/>
                  </a:schemeClr>
                </a:solidFill>
                <a:effectLst/>
                <a:uFillTx/>
                <a:latin typeface="Century Gothic"/>
              </a:rPr>
              <a:t>&lt;date/time&gt;</a:t>
            </a:r>
            <a:endParaRPr lang="en-US" sz="900" b="0" u="none" strike="noStrike">
              <a:solidFill>
                <a:srgbClr val="000000"/>
              </a:solidFill>
              <a:effectLst/>
              <a:uFillTx/>
              <a:latin typeface="Times New Roman"/>
            </a:endParaRPr>
          </a:p>
        </p:txBody>
      </p:sp>
      <p:sp>
        <p:nvSpPr>
          <p:cNvPr id="200" name="PlaceHolder 7"/>
          <p:cNvSpPr>
            <a:spLocks noGrp="1"/>
          </p:cNvSpPr>
          <p:nvPr>
            <p:ph type="ftr" idx="17"/>
          </p:nvPr>
        </p:nvSpPr>
        <p:spPr>
          <a:xfrm>
            <a:off x="2589120" y="6135840"/>
            <a:ext cx="7618680" cy="36360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Times New Roman"/>
              </a:defRPr>
            </a:lvl1pPr>
          </a:lstStyle>
          <a:p>
            <a:pPr indent="0" algn="ctr">
              <a:lnSpc>
                <a:spcPct val="100000"/>
              </a:lnSpc>
              <a:buNone/>
              <a:tabLst>
                <a:tab algn="l" pos="0"/>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201" name="Freeform 11"/>
          <p:cNvSpPr/>
          <p:nvPr/>
        </p:nvSpPr>
        <p:spPr>
          <a:xfrm flipV="1">
            <a:off x="-2880" y="711360"/>
            <a:ext cx="1587240" cy="505800"/>
          </a:xfrm>
          <a:custGeom>
            <a:avLst/>
            <a:gdLst>
              <a:gd name="textAreaLeft" fmla="*/ 0 w 1587240"/>
              <a:gd name="textAreaRight" fmla="*/ 1588680 w 1587240"/>
              <a:gd name="textAreaTop" fmla="*/ 720 h 505800"/>
              <a:gd name="textAreaBottom" fmla="*/ 507960 h 505800"/>
            </a:gdLst>
            <a:ahLst/>
            <a:cxnLst/>
            <a:rect l="textAreaLeft" t="textAreaTop" r="textAreaRight" b="textAreaBottom"/>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202" name="PlaceHolder 8"/>
          <p:cNvSpPr>
            <a:spLocks noGrp="1"/>
          </p:cNvSpPr>
          <p:nvPr>
            <p:ph type="sldNum" idx="18"/>
          </p:nvPr>
        </p:nvSpPr>
        <p:spPr>
          <a:xfrm>
            <a:off x="531720" y="787680"/>
            <a:ext cx="77832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US" sz="2000" b="0" u="none" strike="noStrike">
                <a:solidFill>
                  <a:srgbClr val="feffff"/>
                </a:solidFill>
                <a:effectLst/>
                <a:uFillTx/>
                <a:latin typeface="Century Gothic"/>
              </a:defRPr>
            </a:lvl1pPr>
          </a:lstStyle>
          <a:p>
            <a:pPr indent="0" algn="r" defTabSz="457200">
              <a:lnSpc>
                <a:spcPct val="100000"/>
              </a:lnSpc>
              <a:buNone/>
              <a:tabLst>
                <a:tab algn="l" pos="0"/>
              </a:tabLst>
            </a:pPr>
            <a:fld id="{D458F8B8-4B32-4525-BA3E-9EA1E9DFD388}" type="slidenum">
              <a:rPr lang="en-US" sz="2000" b="0" u="none" strike="noStrike">
                <a:solidFill>
                  <a:srgbClr val="feffff"/>
                </a:solidFill>
                <a:effectLst/>
                <a:uFillTx/>
                <a:latin typeface="Century Gothic"/>
              </a:rPr>
              <a:t>&lt;number&gt;</a:t>
            </a:fld>
            <a:endParaRPr lang="en-US" sz="2000" b="0" u="none" strike="noStrike">
              <a:solidFill>
                <a:srgbClr val="000000"/>
              </a:solidFill>
              <a:effectLst/>
              <a:uFillTx/>
              <a:latin typeface="Times New Roman"/>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bg>
      <p:bgPr>
        <a:gradFill rotWithShape="0">
          <a:gsLst>
            <a:gs pos="0">
              <a:srgbClr val="ffffff"/>
            </a:gs>
            <a:gs pos="100000">
              <a:srgbClr val="dfe7c4"/>
            </a:gs>
          </a:gsLst>
          <a:path path="circle">
            <a:fillToRect l="25000" t="25000" r="75000" b="75000"/>
          </a:path>
        </a:gradFill>
      </p:bgPr>
    </p:bg>
    <p:spTree>
      <p:nvGrpSpPr>
        <p:cNvPr id="1" name=""/>
        <p:cNvGrpSpPr/>
        <p:nvPr/>
      </p:nvGrpSpPr>
      <p:grpSpPr>
        <a:xfrm>
          <a:off x="0" y="0"/>
          <a:ext cx="0" cy="0"/>
          <a:chOff x="0" y="0"/>
          <a:chExt cx="0" cy="0"/>
        </a:xfrm>
      </p:grpSpPr>
      <p:grpSp>
        <p:nvGrpSpPr>
          <p:cNvPr id="203" name="Group 22"/>
          <p:cNvGrpSpPr/>
          <p:nvPr/>
        </p:nvGrpSpPr>
        <p:grpSpPr>
          <a:xfrm>
            <a:off x="0" y="228600"/>
            <a:ext cx="2850120" cy="6637320"/>
            <a:chOff x="0" y="228600"/>
            <a:chExt cx="2850120" cy="6637320"/>
          </a:xfrm>
        </p:grpSpPr>
        <p:sp>
          <p:nvSpPr>
            <p:cNvPr id="204" name="Freeform 11"/>
            <p:cNvSpPr/>
            <p:nvPr/>
          </p:nvSpPr>
          <p:spPr>
            <a:xfrm>
              <a:off x="0" y="2575080"/>
              <a:ext cx="99360" cy="624600"/>
            </a:xfrm>
            <a:custGeom>
              <a:avLst/>
              <a:gdLst>
                <a:gd name="textAreaLeft" fmla="*/ 0 w 99360"/>
                <a:gd name="textAreaRight" fmla="*/ 100800 w 99360"/>
                <a:gd name="textAreaTop" fmla="*/ 0 h 624600"/>
                <a:gd name="textAreaBottom" fmla="*/ 626040 h 624600"/>
              </a:gdLst>
              <a:ahLst/>
              <a:cxnLst/>
              <a:rect l="textAreaLeft" t="textAreaTop" r="textAreaRight" b="textAreaBottom"/>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205" name="Freeform 12"/>
            <p:cNvSpPr/>
            <p:nvPr/>
          </p:nvSpPr>
          <p:spPr>
            <a:xfrm>
              <a:off x="128520" y="3156480"/>
              <a:ext cx="645120" cy="2320920"/>
            </a:xfrm>
            <a:custGeom>
              <a:avLst/>
              <a:gdLst>
                <a:gd name="textAreaLeft" fmla="*/ 0 w 645120"/>
                <a:gd name="textAreaRight" fmla="*/ 646560 w 645120"/>
                <a:gd name="textAreaTop" fmla="*/ 0 h 2320920"/>
                <a:gd name="textAreaBottom" fmla="*/ 2322360 h 2320920"/>
              </a:gdLst>
              <a:ahLst/>
              <a:cxnLst/>
              <a:rect l="textAreaLeft" t="textAreaTop" r="textAreaRight" b="textAreaBottom"/>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206" name="Freeform 13"/>
            <p:cNvSpPr/>
            <p:nvPr/>
          </p:nvSpPr>
          <p:spPr>
            <a:xfrm>
              <a:off x="807120" y="5447160"/>
              <a:ext cx="608040" cy="1418760"/>
            </a:xfrm>
            <a:custGeom>
              <a:avLst/>
              <a:gdLst>
                <a:gd name="textAreaLeft" fmla="*/ 0 w 608040"/>
                <a:gd name="textAreaRight" fmla="*/ 609480 w 608040"/>
                <a:gd name="textAreaTop" fmla="*/ 0 h 1418760"/>
                <a:gd name="textAreaBottom" fmla="*/ 1420200 h 1418760"/>
              </a:gdLst>
              <a:ahLst/>
              <a:cxnLst/>
              <a:rect l="textAreaLeft" t="textAreaTop" r="textAreaRight" b="textAreaBottom"/>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207" name="Freeform 14"/>
            <p:cNvSpPr/>
            <p:nvPr/>
          </p:nvSpPr>
          <p:spPr>
            <a:xfrm>
              <a:off x="959760" y="6503760"/>
              <a:ext cx="169920" cy="362160"/>
            </a:xfrm>
            <a:custGeom>
              <a:avLst/>
              <a:gdLst>
                <a:gd name="textAreaLeft" fmla="*/ 0 w 169920"/>
                <a:gd name="textAreaRight" fmla="*/ 171360 w 169920"/>
                <a:gd name="textAreaTop" fmla="*/ 0 h 362160"/>
                <a:gd name="textAreaBottom" fmla="*/ 363600 h 362160"/>
              </a:gdLst>
              <a:ahLst/>
              <a:cxnLst/>
              <a:rect l="textAreaLeft" t="textAreaTop" r="textAreaRight" b="textAreaBottom"/>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208" name="Freeform 15"/>
            <p:cNvSpPr/>
            <p:nvPr/>
          </p:nvSpPr>
          <p:spPr>
            <a:xfrm>
              <a:off x="100800" y="3201120"/>
              <a:ext cx="820440" cy="3327120"/>
            </a:xfrm>
            <a:custGeom>
              <a:avLst/>
              <a:gdLst>
                <a:gd name="textAreaLeft" fmla="*/ 0 w 820440"/>
                <a:gd name="textAreaRight" fmla="*/ 821880 w 820440"/>
                <a:gd name="textAreaTop" fmla="*/ 0 h 3327120"/>
                <a:gd name="textAreaBottom" fmla="*/ 3328560 h 3327120"/>
              </a:gdLst>
              <a:ahLst/>
              <a:cxnLst/>
              <a:rect l="textAreaLeft" t="textAreaTop" r="textAreaRight" b="textAreaBottom"/>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209" name="Freeform 16"/>
            <p:cNvSpPr/>
            <p:nvPr/>
          </p:nvSpPr>
          <p:spPr>
            <a:xfrm>
              <a:off x="22320" y="228600"/>
              <a:ext cx="104760" cy="2926440"/>
            </a:xfrm>
            <a:custGeom>
              <a:avLst/>
              <a:gdLst>
                <a:gd name="textAreaLeft" fmla="*/ 0 w 104760"/>
                <a:gd name="textAreaRight" fmla="*/ 106200 w 104760"/>
                <a:gd name="textAreaTop" fmla="*/ 0 h 2926440"/>
                <a:gd name="textAreaBottom" fmla="*/ 2927880 h 2926440"/>
              </a:gdLst>
              <a:ahLst/>
              <a:cxnLst/>
              <a:rect l="textAreaLeft" t="textAreaTop" r="textAreaRight" b="textAreaBottom"/>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210" name="Freeform 17"/>
            <p:cNvSpPr/>
            <p:nvPr/>
          </p:nvSpPr>
          <p:spPr>
            <a:xfrm>
              <a:off x="78120" y="2944080"/>
              <a:ext cx="76680" cy="492480"/>
            </a:xfrm>
            <a:custGeom>
              <a:avLst/>
              <a:gdLst>
                <a:gd name="textAreaLeft" fmla="*/ 0 w 76680"/>
                <a:gd name="textAreaRight" fmla="*/ 78120 w 76680"/>
                <a:gd name="textAreaTop" fmla="*/ 0 h 492480"/>
                <a:gd name="textAreaBottom" fmla="*/ 493920 h 492480"/>
              </a:gdLst>
              <a:ahLst/>
              <a:cxnLst/>
              <a:rect l="textAreaLeft" t="textAreaTop" r="textAreaRight" b="textAreaBottom"/>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211" name="Freeform 18"/>
            <p:cNvSpPr/>
            <p:nvPr/>
          </p:nvSpPr>
          <p:spPr>
            <a:xfrm>
              <a:off x="769680" y="5478840"/>
              <a:ext cx="188640" cy="1023480"/>
            </a:xfrm>
            <a:custGeom>
              <a:avLst/>
              <a:gdLst>
                <a:gd name="textAreaLeft" fmla="*/ 0 w 188640"/>
                <a:gd name="textAreaRight" fmla="*/ 190080 w 188640"/>
                <a:gd name="textAreaTop" fmla="*/ 0 h 1023480"/>
                <a:gd name="textAreaBottom" fmla="*/ 1024920 h 1023480"/>
              </a:gdLst>
              <a:ahLst/>
              <a:cxnLst/>
              <a:rect l="textAreaLeft" t="textAreaTop" r="textAreaRight" b="textAreaBottom"/>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212" name="Freeform 19"/>
            <p:cNvSpPr/>
            <p:nvPr/>
          </p:nvSpPr>
          <p:spPr>
            <a:xfrm>
              <a:off x="775440" y="1398960"/>
              <a:ext cx="2074680" cy="4046760"/>
            </a:xfrm>
            <a:custGeom>
              <a:avLst/>
              <a:gdLst>
                <a:gd name="textAreaLeft" fmla="*/ 0 w 2074680"/>
                <a:gd name="textAreaRight" fmla="*/ 2076120 w 2074680"/>
                <a:gd name="textAreaTop" fmla="*/ 0 h 4046760"/>
                <a:gd name="textAreaBottom" fmla="*/ 4048200 h 4046760"/>
              </a:gdLst>
              <a:ahLst/>
              <a:cxnLst/>
              <a:rect l="textAreaLeft" t="textAreaTop" r="textAreaRight" b="textAreaBottom"/>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213" name="Freeform 20"/>
            <p:cNvSpPr/>
            <p:nvPr/>
          </p:nvSpPr>
          <p:spPr>
            <a:xfrm>
              <a:off x="922680" y="6530040"/>
              <a:ext cx="160560" cy="335880"/>
            </a:xfrm>
            <a:custGeom>
              <a:avLst/>
              <a:gdLst>
                <a:gd name="textAreaLeft" fmla="*/ 0 w 160560"/>
                <a:gd name="textAreaRight" fmla="*/ 162000 w 160560"/>
                <a:gd name="textAreaTop" fmla="*/ 0 h 335880"/>
                <a:gd name="textAreaBottom" fmla="*/ 337320 h 335880"/>
              </a:gdLst>
              <a:ahLst/>
              <a:cxnLst/>
              <a:rect l="textAreaLeft" t="textAreaTop" r="textAreaRight" b="textAreaBottom"/>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214" name="Freeform 21"/>
            <p:cNvSpPr/>
            <p:nvPr/>
          </p:nvSpPr>
          <p:spPr>
            <a:xfrm>
              <a:off x="769680" y="5359320"/>
              <a:ext cx="36000" cy="220320"/>
            </a:xfrm>
            <a:custGeom>
              <a:avLst/>
              <a:gdLst>
                <a:gd name="textAreaLeft" fmla="*/ 0 w 36000"/>
                <a:gd name="textAreaRight" fmla="*/ 37440 w 36000"/>
                <a:gd name="textAreaTop" fmla="*/ 0 h 220320"/>
                <a:gd name="textAreaBottom" fmla="*/ 221760 h 220320"/>
              </a:gdLst>
              <a:ahLst/>
              <a:cxnLst/>
              <a:rect l="textAreaLeft" t="textAreaTop" r="textAreaRight" b="textAreaBottom"/>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215" name="Freeform 22"/>
            <p:cNvSpPr/>
            <p:nvPr/>
          </p:nvSpPr>
          <p:spPr>
            <a:xfrm>
              <a:off x="849960" y="6244560"/>
              <a:ext cx="237240" cy="621000"/>
            </a:xfrm>
            <a:custGeom>
              <a:avLst/>
              <a:gdLst>
                <a:gd name="textAreaLeft" fmla="*/ 0 w 237240"/>
                <a:gd name="textAreaRight" fmla="*/ 238680 w 237240"/>
                <a:gd name="textAreaTop" fmla="*/ 0 h 621000"/>
                <a:gd name="textAreaBottom" fmla="*/ 622440 h 621000"/>
              </a:gdLst>
              <a:ahLst/>
              <a:cxnLst/>
              <a:rect l="textAreaLeft" t="textAreaTop" r="textAreaRight" b="textAreaBottom"/>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grpSp>
      <p:grpSp>
        <p:nvGrpSpPr>
          <p:cNvPr id="216" name="Group 9"/>
          <p:cNvGrpSpPr/>
          <p:nvPr/>
        </p:nvGrpSpPr>
        <p:grpSpPr>
          <a:xfrm>
            <a:off x="27360" y="-720"/>
            <a:ext cx="2355120" cy="6852600"/>
            <a:chOff x="27360" y="-720"/>
            <a:chExt cx="2355120" cy="6852600"/>
          </a:xfrm>
        </p:grpSpPr>
        <p:sp>
          <p:nvSpPr>
            <p:cNvPr id="217" name="Freeform 27"/>
            <p:cNvSpPr/>
            <p:nvPr/>
          </p:nvSpPr>
          <p:spPr>
            <a:xfrm>
              <a:off x="27360" y="-720"/>
              <a:ext cx="492840" cy="4399560"/>
            </a:xfrm>
            <a:custGeom>
              <a:avLst/>
              <a:gdLst>
                <a:gd name="textAreaLeft" fmla="*/ 0 w 492840"/>
                <a:gd name="textAreaRight" fmla="*/ 494280 w 492840"/>
                <a:gd name="textAreaTop" fmla="*/ 0 h 4399560"/>
                <a:gd name="textAreaBottom" fmla="*/ 4401000 h 4399560"/>
              </a:gdLst>
              <a:ahLst/>
              <a:cxnLst/>
              <a:rect l="textAreaLeft" t="textAreaTop" r="textAreaRight" b="textAreaBottom"/>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218" name="Freeform 28"/>
            <p:cNvSpPr/>
            <p:nvPr/>
          </p:nvSpPr>
          <p:spPr>
            <a:xfrm>
              <a:off x="550440" y="4316400"/>
              <a:ext cx="421920" cy="1579320"/>
            </a:xfrm>
            <a:custGeom>
              <a:avLst/>
              <a:gdLst>
                <a:gd name="textAreaLeft" fmla="*/ 0 w 421920"/>
                <a:gd name="textAreaRight" fmla="*/ 423360 w 421920"/>
                <a:gd name="textAreaTop" fmla="*/ 0 h 1579320"/>
                <a:gd name="textAreaBottom" fmla="*/ 1580760 h 1579320"/>
              </a:gdLst>
              <a:ahLst/>
              <a:cxnLst/>
              <a:rect l="textAreaLeft" t="textAreaTop" r="textAreaRight" b="textAreaBottom"/>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219" name="Freeform 29"/>
            <p:cNvSpPr/>
            <p:nvPr/>
          </p:nvSpPr>
          <p:spPr>
            <a:xfrm>
              <a:off x="1006200" y="5862600"/>
              <a:ext cx="429480" cy="989280"/>
            </a:xfrm>
            <a:custGeom>
              <a:avLst/>
              <a:gdLst>
                <a:gd name="textAreaLeft" fmla="*/ 0 w 429480"/>
                <a:gd name="textAreaRight" fmla="*/ 430920 w 429480"/>
                <a:gd name="textAreaTop" fmla="*/ 0 h 989280"/>
                <a:gd name="textAreaBottom" fmla="*/ 990720 h 989280"/>
              </a:gdLst>
              <a:ahLst/>
              <a:cxnLst/>
              <a:rect l="textAreaLeft" t="textAreaTop" r="textAreaRight" b="textAreaBottom"/>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220" name="Freeform 30"/>
            <p:cNvSpPr/>
            <p:nvPr/>
          </p:nvSpPr>
          <p:spPr>
            <a:xfrm>
              <a:off x="521640" y="4364280"/>
              <a:ext cx="550440" cy="2234520"/>
            </a:xfrm>
            <a:custGeom>
              <a:avLst/>
              <a:gdLst>
                <a:gd name="textAreaLeft" fmla="*/ 0 w 550440"/>
                <a:gd name="textAreaRight" fmla="*/ 551880 w 550440"/>
                <a:gd name="textAreaTop" fmla="*/ 0 h 2234520"/>
                <a:gd name="textAreaBottom" fmla="*/ 2235960 h 2234520"/>
              </a:gdLst>
              <a:ahLst/>
              <a:cxnLst/>
              <a:rect l="textAreaLeft" t="textAreaTop" r="textAreaRight" b="textAreaBottom"/>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221" name="Freeform 31"/>
            <p:cNvSpPr/>
            <p:nvPr/>
          </p:nvSpPr>
          <p:spPr>
            <a:xfrm>
              <a:off x="468000" y="1289160"/>
              <a:ext cx="172800" cy="3025800"/>
            </a:xfrm>
            <a:custGeom>
              <a:avLst/>
              <a:gdLst>
                <a:gd name="textAreaLeft" fmla="*/ 0 w 172800"/>
                <a:gd name="textAreaRight" fmla="*/ 174240 w 172800"/>
                <a:gd name="textAreaTop" fmla="*/ 0 h 3025800"/>
                <a:gd name="textAreaBottom" fmla="*/ 3027240 h 3025800"/>
              </a:gdLst>
              <a:ahLst/>
              <a:cxnLst/>
              <a:rect l="textAreaLeft" t="textAreaTop" r="textAreaRight" b="textAreaBottom"/>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222" name="Freeform 32"/>
            <p:cNvSpPr/>
            <p:nvPr/>
          </p:nvSpPr>
          <p:spPr>
            <a:xfrm>
              <a:off x="1111680" y="6571440"/>
              <a:ext cx="132840" cy="280080"/>
            </a:xfrm>
            <a:custGeom>
              <a:avLst/>
              <a:gdLst>
                <a:gd name="textAreaLeft" fmla="*/ 0 w 132840"/>
                <a:gd name="textAreaRight" fmla="*/ 134280 w 132840"/>
                <a:gd name="textAreaTop" fmla="*/ 0 h 280080"/>
                <a:gd name="textAreaBottom" fmla="*/ 281520 h 280080"/>
              </a:gdLst>
              <a:ahLst/>
              <a:cxnLst/>
              <a:rect l="textAreaLeft" t="textAreaTop" r="textAreaRight" b="textAreaBottom"/>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223" name="Freeform 33"/>
            <p:cNvSpPr/>
            <p:nvPr/>
          </p:nvSpPr>
          <p:spPr>
            <a:xfrm>
              <a:off x="502560" y="4107600"/>
              <a:ext cx="81000" cy="510120"/>
            </a:xfrm>
            <a:custGeom>
              <a:avLst/>
              <a:gdLst>
                <a:gd name="textAreaLeft" fmla="*/ 0 w 81000"/>
                <a:gd name="textAreaRight" fmla="*/ 82440 w 81000"/>
                <a:gd name="textAreaTop" fmla="*/ 0 h 510120"/>
                <a:gd name="textAreaBottom" fmla="*/ 511560 h 510120"/>
              </a:gdLst>
              <a:ahLst/>
              <a:cxnLst/>
              <a:rect l="textAreaLeft" t="textAreaTop" r="textAreaRight" b="textAreaBottom"/>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224" name="Freeform 34"/>
            <p:cNvSpPr/>
            <p:nvPr/>
          </p:nvSpPr>
          <p:spPr>
            <a:xfrm>
              <a:off x="973800" y="3145680"/>
              <a:ext cx="1408680" cy="2715480"/>
            </a:xfrm>
            <a:custGeom>
              <a:avLst/>
              <a:gdLst>
                <a:gd name="textAreaLeft" fmla="*/ 0 w 1408680"/>
                <a:gd name="textAreaRight" fmla="*/ 1410120 w 1408680"/>
                <a:gd name="textAreaTop" fmla="*/ 0 h 2715480"/>
                <a:gd name="textAreaBottom" fmla="*/ 2716920 h 2715480"/>
              </a:gdLst>
              <a:ahLst/>
              <a:cxnLst/>
              <a:rect l="textAreaLeft" t="textAreaTop" r="textAreaRight" b="textAreaBottom"/>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225" name="Freeform 35"/>
            <p:cNvSpPr/>
            <p:nvPr/>
          </p:nvSpPr>
          <p:spPr>
            <a:xfrm>
              <a:off x="1073520" y="6600240"/>
              <a:ext cx="119160" cy="251640"/>
            </a:xfrm>
            <a:custGeom>
              <a:avLst/>
              <a:gdLst>
                <a:gd name="textAreaLeft" fmla="*/ 0 w 119160"/>
                <a:gd name="textAreaRight" fmla="*/ 120600 w 119160"/>
                <a:gd name="textAreaTop" fmla="*/ 0 h 251640"/>
                <a:gd name="textAreaBottom" fmla="*/ 253080 h 251640"/>
              </a:gdLst>
              <a:ahLst/>
              <a:cxnLst/>
              <a:rect l="textAreaLeft" t="textAreaTop" r="textAreaRight" b="textAreaBottom"/>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226" name="Freeform 36"/>
            <p:cNvSpPr/>
            <p:nvPr/>
          </p:nvSpPr>
          <p:spPr>
            <a:xfrm>
              <a:off x="973800" y="5897160"/>
              <a:ext cx="136440" cy="672840"/>
            </a:xfrm>
            <a:custGeom>
              <a:avLst/>
              <a:gdLst>
                <a:gd name="textAreaLeft" fmla="*/ 0 w 136440"/>
                <a:gd name="textAreaRight" fmla="*/ 137880 w 136440"/>
                <a:gd name="textAreaTop" fmla="*/ 0 h 672840"/>
                <a:gd name="textAreaBottom" fmla="*/ 674280 h 672840"/>
              </a:gdLst>
              <a:ahLst/>
              <a:cxnLst/>
              <a:rect l="textAreaLeft" t="textAreaTop" r="textAreaRight" b="textAreaBottom"/>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227" name="Freeform 37"/>
            <p:cNvSpPr/>
            <p:nvPr/>
          </p:nvSpPr>
          <p:spPr>
            <a:xfrm>
              <a:off x="973800" y="5772600"/>
              <a:ext cx="36720" cy="226440"/>
            </a:xfrm>
            <a:custGeom>
              <a:avLst/>
              <a:gdLst>
                <a:gd name="textAreaLeft" fmla="*/ 0 w 36720"/>
                <a:gd name="textAreaRight" fmla="*/ 38160 w 36720"/>
                <a:gd name="textAreaTop" fmla="*/ 0 h 226440"/>
                <a:gd name="textAreaBottom" fmla="*/ 227880 h 226440"/>
              </a:gdLst>
              <a:ahLst/>
              <a:cxnLst/>
              <a:rect l="textAreaLeft" t="textAreaTop" r="textAreaRight" b="textAreaBottom"/>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228" name="Freeform 38"/>
            <p:cNvSpPr/>
            <p:nvPr/>
          </p:nvSpPr>
          <p:spPr>
            <a:xfrm>
              <a:off x="1006200" y="6322680"/>
              <a:ext cx="209160" cy="529200"/>
            </a:xfrm>
            <a:custGeom>
              <a:avLst/>
              <a:gdLst>
                <a:gd name="textAreaLeft" fmla="*/ 0 w 209160"/>
                <a:gd name="textAreaRight" fmla="*/ 210600 w 209160"/>
                <a:gd name="textAreaTop" fmla="*/ 0 h 529200"/>
                <a:gd name="textAreaBottom" fmla="*/ 530640 h 529200"/>
              </a:gdLst>
              <a:ahLst/>
              <a:cxnLst/>
              <a:rect l="textAreaLeft" t="textAreaTop" r="textAreaRight" b="textAreaBottom"/>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grpSp>
      <p:sp>
        <p:nvSpPr>
          <p:cNvPr id="229" name="Rectangle 6"/>
          <p:cNvSpPr/>
          <p:nvPr/>
        </p:nvSpPr>
        <p:spPr>
          <a:xfrm>
            <a:off x="0" y="0"/>
            <a:ext cx="181440" cy="6856560"/>
          </a:xfrm>
          <a:prstGeom prst="rect">
            <a:avLst/>
          </a:prstGeom>
          <a:solidFill>
            <a:schemeClr val="tx2"/>
          </a:solidFill>
          <a:ln>
            <a:noFill/>
          </a:ln>
          <a:effectLst>
            <a:outerShdw blurRad="38160" dir="5400000" dist="25560" rotWithShape="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230" name="PlaceHolder 1"/>
          <p:cNvSpPr>
            <a:spLocks noGrp="1"/>
          </p:cNvSpPr>
          <p:nvPr>
            <p:ph type="title"/>
          </p:nvPr>
        </p:nvSpPr>
        <p:spPr>
          <a:xfrm>
            <a:off x="2593080" y="624240"/>
            <a:ext cx="8910360" cy="1279440"/>
          </a:xfrm>
          <a:prstGeom prst="rect">
            <a:avLst/>
          </a:prstGeom>
          <a:noFill/>
          <a:ln w="0">
            <a:noFill/>
          </a:ln>
        </p:spPr>
        <p:txBody>
          <a:bodyPr lIns="91440" rIns="91440" tIns="45720" bIns="45720" anchor="t">
            <a:noAutofit/>
          </a:bodyPr>
          <a:p>
            <a:pPr indent="0" defTabSz="457200">
              <a:lnSpc>
                <a:spcPct val="100000"/>
              </a:lnSpc>
              <a:buNone/>
              <a:tabLst>
                <a:tab algn="l" pos="0"/>
              </a:tabLst>
            </a:pPr>
            <a:r>
              <a:rPr lang="en-US" sz="3600" b="0" u="none" strike="noStrike">
                <a:solidFill>
                  <a:schemeClr val="dk1">
                    <a:lumMod val="85000"/>
                    <a:lumOff val="15000"/>
                  </a:schemeClr>
                </a:solidFill>
                <a:effectLst/>
                <a:uFillTx/>
                <a:latin typeface="Century Gothic"/>
              </a:rPr>
              <a:t>Click to edit Master title style</a:t>
            </a:r>
            <a:endParaRPr lang="en-US" sz="3600" b="0" u="none" strike="noStrike">
              <a:solidFill>
                <a:srgbClr val="000000"/>
              </a:solidFill>
              <a:effectLst/>
              <a:uFillTx/>
              <a:latin typeface="Arial"/>
            </a:endParaRPr>
          </a:p>
        </p:txBody>
      </p:sp>
      <p:sp>
        <p:nvSpPr>
          <p:cNvPr id="231" name="PlaceHolder 2"/>
          <p:cNvSpPr>
            <a:spLocks noGrp="1"/>
          </p:cNvSpPr>
          <p:nvPr>
            <p:ph type="dt" idx="19"/>
          </p:nvPr>
        </p:nvSpPr>
        <p:spPr>
          <a:xfrm>
            <a:off x="10361520" y="6130440"/>
            <a:ext cx="1144800" cy="3690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US" sz="900" b="0" u="none" strike="noStrike">
                <a:solidFill>
                  <a:schemeClr val="dk1">
                    <a:tint val="75000"/>
                  </a:schemeClr>
                </a:solidFill>
                <a:effectLst/>
                <a:uFillTx/>
                <a:latin typeface="Century Gothic"/>
              </a:defRPr>
            </a:lvl1pPr>
          </a:lstStyle>
          <a:p>
            <a:pPr indent="0" algn="r" defTabSz="457200">
              <a:lnSpc>
                <a:spcPct val="100000"/>
              </a:lnSpc>
              <a:buNone/>
              <a:tabLst>
                <a:tab algn="l" pos="0"/>
              </a:tabLst>
            </a:pPr>
            <a:r>
              <a:rPr lang="en-US" sz="900" b="0" u="none" strike="noStrike">
                <a:solidFill>
                  <a:schemeClr val="dk1">
                    <a:tint val="75000"/>
                  </a:schemeClr>
                </a:solidFill>
                <a:effectLst/>
                <a:uFillTx/>
                <a:latin typeface="Century Gothic"/>
              </a:rPr>
              <a:t>&lt;date/time&gt;</a:t>
            </a:r>
            <a:endParaRPr lang="en-US" sz="900" b="0" u="none" strike="noStrike">
              <a:solidFill>
                <a:srgbClr val="000000"/>
              </a:solidFill>
              <a:effectLst/>
              <a:uFillTx/>
              <a:latin typeface="Times New Roman"/>
            </a:endParaRPr>
          </a:p>
        </p:txBody>
      </p:sp>
      <p:sp>
        <p:nvSpPr>
          <p:cNvPr id="232" name="PlaceHolder 3"/>
          <p:cNvSpPr>
            <a:spLocks noGrp="1"/>
          </p:cNvSpPr>
          <p:nvPr>
            <p:ph type="ftr" idx="20"/>
          </p:nvPr>
        </p:nvSpPr>
        <p:spPr>
          <a:xfrm>
            <a:off x="2589120" y="6135840"/>
            <a:ext cx="7618680" cy="36360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Times New Roman"/>
              </a:defRPr>
            </a:lvl1pPr>
          </a:lstStyle>
          <a:p>
            <a:pPr indent="0" algn="ctr">
              <a:lnSpc>
                <a:spcPct val="100000"/>
              </a:lnSpc>
              <a:buNone/>
              <a:tabLst>
                <a:tab algn="l" pos="0"/>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233" name="Freeform 11"/>
          <p:cNvSpPr/>
          <p:nvPr/>
        </p:nvSpPr>
        <p:spPr>
          <a:xfrm flipV="1">
            <a:off x="-2880" y="711360"/>
            <a:ext cx="1587240" cy="505800"/>
          </a:xfrm>
          <a:custGeom>
            <a:avLst/>
            <a:gdLst>
              <a:gd name="textAreaLeft" fmla="*/ 0 w 1587240"/>
              <a:gd name="textAreaRight" fmla="*/ 1588680 w 1587240"/>
              <a:gd name="textAreaTop" fmla="*/ 720 h 505800"/>
              <a:gd name="textAreaBottom" fmla="*/ 507960 h 505800"/>
            </a:gdLst>
            <a:ahLst/>
            <a:cxnLst/>
            <a:rect l="textAreaLeft" t="textAreaTop" r="textAreaRight" b="textAreaBottom"/>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234" name="PlaceHolder 4"/>
          <p:cNvSpPr>
            <a:spLocks noGrp="1"/>
          </p:cNvSpPr>
          <p:nvPr>
            <p:ph type="sldNum" idx="21"/>
          </p:nvPr>
        </p:nvSpPr>
        <p:spPr>
          <a:xfrm>
            <a:off x="531720" y="787680"/>
            <a:ext cx="77832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US" sz="2000" b="0" u="none" strike="noStrike">
                <a:solidFill>
                  <a:srgbClr val="feffff"/>
                </a:solidFill>
                <a:effectLst/>
                <a:uFillTx/>
                <a:latin typeface="Century Gothic"/>
              </a:defRPr>
            </a:lvl1pPr>
          </a:lstStyle>
          <a:p>
            <a:pPr indent="0" algn="r" defTabSz="457200">
              <a:lnSpc>
                <a:spcPct val="100000"/>
              </a:lnSpc>
              <a:buNone/>
              <a:tabLst>
                <a:tab algn="l" pos="0"/>
              </a:tabLst>
            </a:pPr>
            <a:fld id="{EB67771F-AE34-478D-90BD-D4953F99310C}" type="slidenum">
              <a:rPr lang="en-US" sz="2000" b="0" u="none" strike="noStrike">
                <a:solidFill>
                  <a:srgbClr val="feffff"/>
                </a:solidFill>
                <a:effectLst/>
                <a:uFillTx/>
                <a:latin typeface="Century Gothic"/>
              </a:rPr>
              <a:t>&lt;number&gt;</a:t>
            </a:fld>
            <a:endParaRPr lang="en-US" sz="2000" b="0" u="none" strike="noStrike">
              <a:solidFill>
                <a:srgbClr val="000000"/>
              </a:solidFill>
              <a:effectLst/>
              <a:uFillTx/>
              <a:latin typeface="Times New Roman"/>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gradFill rotWithShape="0">
          <a:gsLst>
            <a:gs pos="0">
              <a:srgbClr val="ffffff"/>
            </a:gs>
            <a:gs pos="100000">
              <a:srgbClr val="dfe7c4"/>
            </a:gs>
          </a:gsLst>
          <a:path path="circle">
            <a:fillToRect l="25000" t="25000" r="75000" b="75000"/>
          </a:path>
        </a:gradFill>
      </p:bgPr>
    </p:bg>
    <p:spTree>
      <p:nvGrpSpPr>
        <p:cNvPr id="1" name=""/>
        <p:cNvGrpSpPr/>
        <p:nvPr/>
      </p:nvGrpSpPr>
      <p:grpSpPr>
        <a:xfrm>
          <a:off x="0" y="0"/>
          <a:ext cx="0" cy="0"/>
          <a:chOff x="0" y="0"/>
          <a:chExt cx="0" cy="0"/>
        </a:xfrm>
      </p:grpSpPr>
      <p:grpSp>
        <p:nvGrpSpPr>
          <p:cNvPr id="235" name="Group 22"/>
          <p:cNvGrpSpPr/>
          <p:nvPr/>
        </p:nvGrpSpPr>
        <p:grpSpPr>
          <a:xfrm>
            <a:off x="0" y="228600"/>
            <a:ext cx="2850120" cy="6637320"/>
            <a:chOff x="0" y="228600"/>
            <a:chExt cx="2850120" cy="6637320"/>
          </a:xfrm>
        </p:grpSpPr>
        <p:sp>
          <p:nvSpPr>
            <p:cNvPr id="236" name="Freeform 11"/>
            <p:cNvSpPr/>
            <p:nvPr/>
          </p:nvSpPr>
          <p:spPr>
            <a:xfrm>
              <a:off x="0" y="2575080"/>
              <a:ext cx="99360" cy="624600"/>
            </a:xfrm>
            <a:custGeom>
              <a:avLst/>
              <a:gdLst>
                <a:gd name="textAreaLeft" fmla="*/ 0 w 99360"/>
                <a:gd name="textAreaRight" fmla="*/ 100800 w 99360"/>
                <a:gd name="textAreaTop" fmla="*/ 0 h 624600"/>
                <a:gd name="textAreaBottom" fmla="*/ 626040 h 624600"/>
              </a:gdLst>
              <a:ahLst/>
              <a:cxnLst/>
              <a:rect l="textAreaLeft" t="textAreaTop" r="textAreaRight" b="textAreaBottom"/>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237" name="Freeform 12"/>
            <p:cNvSpPr/>
            <p:nvPr/>
          </p:nvSpPr>
          <p:spPr>
            <a:xfrm>
              <a:off x="128520" y="3156480"/>
              <a:ext cx="645120" cy="2320920"/>
            </a:xfrm>
            <a:custGeom>
              <a:avLst/>
              <a:gdLst>
                <a:gd name="textAreaLeft" fmla="*/ 0 w 645120"/>
                <a:gd name="textAreaRight" fmla="*/ 646560 w 645120"/>
                <a:gd name="textAreaTop" fmla="*/ 0 h 2320920"/>
                <a:gd name="textAreaBottom" fmla="*/ 2322360 h 2320920"/>
              </a:gdLst>
              <a:ahLst/>
              <a:cxnLst/>
              <a:rect l="textAreaLeft" t="textAreaTop" r="textAreaRight" b="textAreaBottom"/>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238" name="Freeform 13"/>
            <p:cNvSpPr/>
            <p:nvPr/>
          </p:nvSpPr>
          <p:spPr>
            <a:xfrm>
              <a:off x="807120" y="5447160"/>
              <a:ext cx="608040" cy="1418760"/>
            </a:xfrm>
            <a:custGeom>
              <a:avLst/>
              <a:gdLst>
                <a:gd name="textAreaLeft" fmla="*/ 0 w 608040"/>
                <a:gd name="textAreaRight" fmla="*/ 609480 w 608040"/>
                <a:gd name="textAreaTop" fmla="*/ 0 h 1418760"/>
                <a:gd name="textAreaBottom" fmla="*/ 1420200 h 1418760"/>
              </a:gdLst>
              <a:ahLst/>
              <a:cxnLst/>
              <a:rect l="textAreaLeft" t="textAreaTop" r="textAreaRight" b="textAreaBottom"/>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239" name="Freeform 14"/>
            <p:cNvSpPr/>
            <p:nvPr/>
          </p:nvSpPr>
          <p:spPr>
            <a:xfrm>
              <a:off x="959760" y="6503760"/>
              <a:ext cx="169920" cy="362160"/>
            </a:xfrm>
            <a:custGeom>
              <a:avLst/>
              <a:gdLst>
                <a:gd name="textAreaLeft" fmla="*/ 0 w 169920"/>
                <a:gd name="textAreaRight" fmla="*/ 171360 w 169920"/>
                <a:gd name="textAreaTop" fmla="*/ 0 h 362160"/>
                <a:gd name="textAreaBottom" fmla="*/ 363600 h 362160"/>
              </a:gdLst>
              <a:ahLst/>
              <a:cxnLst/>
              <a:rect l="textAreaLeft" t="textAreaTop" r="textAreaRight" b="textAreaBottom"/>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240" name="Freeform 15"/>
            <p:cNvSpPr/>
            <p:nvPr/>
          </p:nvSpPr>
          <p:spPr>
            <a:xfrm>
              <a:off x="100800" y="3201120"/>
              <a:ext cx="820440" cy="3327120"/>
            </a:xfrm>
            <a:custGeom>
              <a:avLst/>
              <a:gdLst>
                <a:gd name="textAreaLeft" fmla="*/ 0 w 820440"/>
                <a:gd name="textAreaRight" fmla="*/ 821880 w 820440"/>
                <a:gd name="textAreaTop" fmla="*/ 0 h 3327120"/>
                <a:gd name="textAreaBottom" fmla="*/ 3328560 h 3327120"/>
              </a:gdLst>
              <a:ahLst/>
              <a:cxnLst/>
              <a:rect l="textAreaLeft" t="textAreaTop" r="textAreaRight" b="textAreaBottom"/>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241" name="Freeform 16"/>
            <p:cNvSpPr/>
            <p:nvPr/>
          </p:nvSpPr>
          <p:spPr>
            <a:xfrm>
              <a:off x="22320" y="228600"/>
              <a:ext cx="104760" cy="2926440"/>
            </a:xfrm>
            <a:custGeom>
              <a:avLst/>
              <a:gdLst>
                <a:gd name="textAreaLeft" fmla="*/ 0 w 104760"/>
                <a:gd name="textAreaRight" fmla="*/ 106200 w 104760"/>
                <a:gd name="textAreaTop" fmla="*/ 0 h 2926440"/>
                <a:gd name="textAreaBottom" fmla="*/ 2927880 h 2926440"/>
              </a:gdLst>
              <a:ahLst/>
              <a:cxnLst/>
              <a:rect l="textAreaLeft" t="textAreaTop" r="textAreaRight" b="textAreaBottom"/>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242" name="Freeform 17"/>
            <p:cNvSpPr/>
            <p:nvPr/>
          </p:nvSpPr>
          <p:spPr>
            <a:xfrm>
              <a:off x="78120" y="2944080"/>
              <a:ext cx="76680" cy="492480"/>
            </a:xfrm>
            <a:custGeom>
              <a:avLst/>
              <a:gdLst>
                <a:gd name="textAreaLeft" fmla="*/ 0 w 76680"/>
                <a:gd name="textAreaRight" fmla="*/ 78120 w 76680"/>
                <a:gd name="textAreaTop" fmla="*/ 0 h 492480"/>
                <a:gd name="textAreaBottom" fmla="*/ 493920 h 492480"/>
              </a:gdLst>
              <a:ahLst/>
              <a:cxnLst/>
              <a:rect l="textAreaLeft" t="textAreaTop" r="textAreaRight" b="textAreaBottom"/>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243" name="Freeform 18"/>
            <p:cNvSpPr/>
            <p:nvPr/>
          </p:nvSpPr>
          <p:spPr>
            <a:xfrm>
              <a:off x="769680" y="5478840"/>
              <a:ext cx="188640" cy="1023480"/>
            </a:xfrm>
            <a:custGeom>
              <a:avLst/>
              <a:gdLst>
                <a:gd name="textAreaLeft" fmla="*/ 0 w 188640"/>
                <a:gd name="textAreaRight" fmla="*/ 190080 w 188640"/>
                <a:gd name="textAreaTop" fmla="*/ 0 h 1023480"/>
                <a:gd name="textAreaBottom" fmla="*/ 1024920 h 1023480"/>
              </a:gdLst>
              <a:ahLst/>
              <a:cxnLst/>
              <a:rect l="textAreaLeft" t="textAreaTop" r="textAreaRight" b="textAreaBottom"/>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244" name="Freeform 19"/>
            <p:cNvSpPr/>
            <p:nvPr/>
          </p:nvSpPr>
          <p:spPr>
            <a:xfrm>
              <a:off x="775440" y="1398960"/>
              <a:ext cx="2074680" cy="4046760"/>
            </a:xfrm>
            <a:custGeom>
              <a:avLst/>
              <a:gdLst>
                <a:gd name="textAreaLeft" fmla="*/ 0 w 2074680"/>
                <a:gd name="textAreaRight" fmla="*/ 2076120 w 2074680"/>
                <a:gd name="textAreaTop" fmla="*/ 0 h 4046760"/>
                <a:gd name="textAreaBottom" fmla="*/ 4048200 h 4046760"/>
              </a:gdLst>
              <a:ahLst/>
              <a:cxnLst/>
              <a:rect l="textAreaLeft" t="textAreaTop" r="textAreaRight" b="textAreaBottom"/>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245" name="Freeform 20"/>
            <p:cNvSpPr/>
            <p:nvPr/>
          </p:nvSpPr>
          <p:spPr>
            <a:xfrm>
              <a:off x="922680" y="6530040"/>
              <a:ext cx="160560" cy="335880"/>
            </a:xfrm>
            <a:custGeom>
              <a:avLst/>
              <a:gdLst>
                <a:gd name="textAreaLeft" fmla="*/ 0 w 160560"/>
                <a:gd name="textAreaRight" fmla="*/ 162000 w 160560"/>
                <a:gd name="textAreaTop" fmla="*/ 0 h 335880"/>
                <a:gd name="textAreaBottom" fmla="*/ 337320 h 335880"/>
              </a:gdLst>
              <a:ahLst/>
              <a:cxnLst/>
              <a:rect l="textAreaLeft" t="textAreaTop" r="textAreaRight" b="textAreaBottom"/>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246" name="Freeform 21"/>
            <p:cNvSpPr/>
            <p:nvPr/>
          </p:nvSpPr>
          <p:spPr>
            <a:xfrm>
              <a:off x="769680" y="5359320"/>
              <a:ext cx="36000" cy="220320"/>
            </a:xfrm>
            <a:custGeom>
              <a:avLst/>
              <a:gdLst>
                <a:gd name="textAreaLeft" fmla="*/ 0 w 36000"/>
                <a:gd name="textAreaRight" fmla="*/ 37440 w 36000"/>
                <a:gd name="textAreaTop" fmla="*/ 0 h 220320"/>
                <a:gd name="textAreaBottom" fmla="*/ 221760 h 220320"/>
              </a:gdLst>
              <a:ahLst/>
              <a:cxnLst/>
              <a:rect l="textAreaLeft" t="textAreaTop" r="textAreaRight" b="textAreaBottom"/>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247" name="Freeform 22"/>
            <p:cNvSpPr/>
            <p:nvPr/>
          </p:nvSpPr>
          <p:spPr>
            <a:xfrm>
              <a:off x="849960" y="6244560"/>
              <a:ext cx="237240" cy="621000"/>
            </a:xfrm>
            <a:custGeom>
              <a:avLst/>
              <a:gdLst>
                <a:gd name="textAreaLeft" fmla="*/ 0 w 237240"/>
                <a:gd name="textAreaRight" fmla="*/ 238680 w 237240"/>
                <a:gd name="textAreaTop" fmla="*/ 0 h 621000"/>
                <a:gd name="textAreaBottom" fmla="*/ 622440 h 621000"/>
              </a:gdLst>
              <a:ahLst/>
              <a:cxnLst/>
              <a:rect l="textAreaLeft" t="textAreaTop" r="textAreaRight" b="textAreaBottom"/>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grpSp>
      <p:grpSp>
        <p:nvGrpSpPr>
          <p:cNvPr id="248" name="Group 9"/>
          <p:cNvGrpSpPr/>
          <p:nvPr/>
        </p:nvGrpSpPr>
        <p:grpSpPr>
          <a:xfrm>
            <a:off x="27360" y="-720"/>
            <a:ext cx="2355120" cy="6852600"/>
            <a:chOff x="27360" y="-720"/>
            <a:chExt cx="2355120" cy="6852600"/>
          </a:xfrm>
        </p:grpSpPr>
        <p:sp>
          <p:nvSpPr>
            <p:cNvPr id="249" name="Freeform 27"/>
            <p:cNvSpPr/>
            <p:nvPr/>
          </p:nvSpPr>
          <p:spPr>
            <a:xfrm>
              <a:off x="27360" y="-720"/>
              <a:ext cx="492840" cy="4399560"/>
            </a:xfrm>
            <a:custGeom>
              <a:avLst/>
              <a:gdLst>
                <a:gd name="textAreaLeft" fmla="*/ 0 w 492840"/>
                <a:gd name="textAreaRight" fmla="*/ 494280 w 492840"/>
                <a:gd name="textAreaTop" fmla="*/ 0 h 4399560"/>
                <a:gd name="textAreaBottom" fmla="*/ 4401000 h 4399560"/>
              </a:gdLst>
              <a:ahLst/>
              <a:cxnLst/>
              <a:rect l="textAreaLeft" t="textAreaTop" r="textAreaRight" b="textAreaBottom"/>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250" name="Freeform 28"/>
            <p:cNvSpPr/>
            <p:nvPr/>
          </p:nvSpPr>
          <p:spPr>
            <a:xfrm>
              <a:off x="550440" y="4316400"/>
              <a:ext cx="421920" cy="1579320"/>
            </a:xfrm>
            <a:custGeom>
              <a:avLst/>
              <a:gdLst>
                <a:gd name="textAreaLeft" fmla="*/ 0 w 421920"/>
                <a:gd name="textAreaRight" fmla="*/ 423360 w 421920"/>
                <a:gd name="textAreaTop" fmla="*/ 0 h 1579320"/>
                <a:gd name="textAreaBottom" fmla="*/ 1580760 h 1579320"/>
              </a:gdLst>
              <a:ahLst/>
              <a:cxnLst/>
              <a:rect l="textAreaLeft" t="textAreaTop" r="textAreaRight" b="textAreaBottom"/>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251" name="Freeform 29"/>
            <p:cNvSpPr/>
            <p:nvPr/>
          </p:nvSpPr>
          <p:spPr>
            <a:xfrm>
              <a:off x="1006200" y="5862600"/>
              <a:ext cx="429480" cy="989280"/>
            </a:xfrm>
            <a:custGeom>
              <a:avLst/>
              <a:gdLst>
                <a:gd name="textAreaLeft" fmla="*/ 0 w 429480"/>
                <a:gd name="textAreaRight" fmla="*/ 430920 w 429480"/>
                <a:gd name="textAreaTop" fmla="*/ 0 h 989280"/>
                <a:gd name="textAreaBottom" fmla="*/ 990720 h 989280"/>
              </a:gdLst>
              <a:ahLst/>
              <a:cxnLst/>
              <a:rect l="textAreaLeft" t="textAreaTop" r="textAreaRight" b="textAreaBottom"/>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252" name="Freeform 30"/>
            <p:cNvSpPr/>
            <p:nvPr/>
          </p:nvSpPr>
          <p:spPr>
            <a:xfrm>
              <a:off x="521640" y="4364280"/>
              <a:ext cx="550440" cy="2234520"/>
            </a:xfrm>
            <a:custGeom>
              <a:avLst/>
              <a:gdLst>
                <a:gd name="textAreaLeft" fmla="*/ 0 w 550440"/>
                <a:gd name="textAreaRight" fmla="*/ 551880 w 550440"/>
                <a:gd name="textAreaTop" fmla="*/ 0 h 2234520"/>
                <a:gd name="textAreaBottom" fmla="*/ 2235960 h 2234520"/>
              </a:gdLst>
              <a:ahLst/>
              <a:cxnLst/>
              <a:rect l="textAreaLeft" t="textAreaTop" r="textAreaRight" b="textAreaBottom"/>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253" name="Freeform 31"/>
            <p:cNvSpPr/>
            <p:nvPr/>
          </p:nvSpPr>
          <p:spPr>
            <a:xfrm>
              <a:off x="468000" y="1289160"/>
              <a:ext cx="172800" cy="3025800"/>
            </a:xfrm>
            <a:custGeom>
              <a:avLst/>
              <a:gdLst>
                <a:gd name="textAreaLeft" fmla="*/ 0 w 172800"/>
                <a:gd name="textAreaRight" fmla="*/ 174240 w 172800"/>
                <a:gd name="textAreaTop" fmla="*/ 0 h 3025800"/>
                <a:gd name="textAreaBottom" fmla="*/ 3027240 h 3025800"/>
              </a:gdLst>
              <a:ahLst/>
              <a:cxnLst/>
              <a:rect l="textAreaLeft" t="textAreaTop" r="textAreaRight" b="textAreaBottom"/>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254" name="Freeform 32"/>
            <p:cNvSpPr/>
            <p:nvPr/>
          </p:nvSpPr>
          <p:spPr>
            <a:xfrm>
              <a:off x="1111680" y="6571440"/>
              <a:ext cx="132840" cy="280080"/>
            </a:xfrm>
            <a:custGeom>
              <a:avLst/>
              <a:gdLst>
                <a:gd name="textAreaLeft" fmla="*/ 0 w 132840"/>
                <a:gd name="textAreaRight" fmla="*/ 134280 w 132840"/>
                <a:gd name="textAreaTop" fmla="*/ 0 h 280080"/>
                <a:gd name="textAreaBottom" fmla="*/ 281520 h 280080"/>
              </a:gdLst>
              <a:ahLst/>
              <a:cxnLst/>
              <a:rect l="textAreaLeft" t="textAreaTop" r="textAreaRight" b="textAreaBottom"/>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255" name="Freeform 33"/>
            <p:cNvSpPr/>
            <p:nvPr/>
          </p:nvSpPr>
          <p:spPr>
            <a:xfrm>
              <a:off x="502560" y="4107600"/>
              <a:ext cx="81000" cy="510120"/>
            </a:xfrm>
            <a:custGeom>
              <a:avLst/>
              <a:gdLst>
                <a:gd name="textAreaLeft" fmla="*/ 0 w 81000"/>
                <a:gd name="textAreaRight" fmla="*/ 82440 w 81000"/>
                <a:gd name="textAreaTop" fmla="*/ 0 h 510120"/>
                <a:gd name="textAreaBottom" fmla="*/ 511560 h 510120"/>
              </a:gdLst>
              <a:ahLst/>
              <a:cxnLst/>
              <a:rect l="textAreaLeft" t="textAreaTop" r="textAreaRight" b="textAreaBottom"/>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256" name="Freeform 34"/>
            <p:cNvSpPr/>
            <p:nvPr/>
          </p:nvSpPr>
          <p:spPr>
            <a:xfrm>
              <a:off x="973800" y="3145680"/>
              <a:ext cx="1408680" cy="2715480"/>
            </a:xfrm>
            <a:custGeom>
              <a:avLst/>
              <a:gdLst>
                <a:gd name="textAreaLeft" fmla="*/ 0 w 1408680"/>
                <a:gd name="textAreaRight" fmla="*/ 1410120 w 1408680"/>
                <a:gd name="textAreaTop" fmla="*/ 0 h 2715480"/>
                <a:gd name="textAreaBottom" fmla="*/ 2716920 h 2715480"/>
              </a:gdLst>
              <a:ahLst/>
              <a:cxnLst/>
              <a:rect l="textAreaLeft" t="textAreaTop" r="textAreaRight" b="textAreaBottom"/>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257" name="Freeform 35"/>
            <p:cNvSpPr/>
            <p:nvPr/>
          </p:nvSpPr>
          <p:spPr>
            <a:xfrm>
              <a:off x="1073520" y="6600240"/>
              <a:ext cx="119160" cy="251640"/>
            </a:xfrm>
            <a:custGeom>
              <a:avLst/>
              <a:gdLst>
                <a:gd name="textAreaLeft" fmla="*/ 0 w 119160"/>
                <a:gd name="textAreaRight" fmla="*/ 120600 w 119160"/>
                <a:gd name="textAreaTop" fmla="*/ 0 h 251640"/>
                <a:gd name="textAreaBottom" fmla="*/ 253080 h 251640"/>
              </a:gdLst>
              <a:ahLst/>
              <a:cxnLst/>
              <a:rect l="textAreaLeft" t="textAreaTop" r="textAreaRight" b="textAreaBottom"/>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258" name="Freeform 36"/>
            <p:cNvSpPr/>
            <p:nvPr/>
          </p:nvSpPr>
          <p:spPr>
            <a:xfrm>
              <a:off x="973800" y="5897160"/>
              <a:ext cx="136440" cy="672840"/>
            </a:xfrm>
            <a:custGeom>
              <a:avLst/>
              <a:gdLst>
                <a:gd name="textAreaLeft" fmla="*/ 0 w 136440"/>
                <a:gd name="textAreaRight" fmla="*/ 137880 w 136440"/>
                <a:gd name="textAreaTop" fmla="*/ 0 h 672840"/>
                <a:gd name="textAreaBottom" fmla="*/ 674280 h 672840"/>
              </a:gdLst>
              <a:ahLst/>
              <a:cxnLst/>
              <a:rect l="textAreaLeft" t="textAreaTop" r="textAreaRight" b="textAreaBottom"/>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259" name="Freeform 37"/>
            <p:cNvSpPr/>
            <p:nvPr/>
          </p:nvSpPr>
          <p:spPr>
            <a:xfrm>
              <a:off x="973800" y="5772600"/>
              <a:ext cx="36720" cy="226440"/>
            </a:xfrm>
            <a:custGeom>
              <a:avLst/>
              <a:gdLst>
                <a:gd name="textAreaLeft" fmla="*/ 0 w 36720"/>
                <a:gd name="textAreaRight" fmla="*/ 38160 w 36720"/>
                <a:gd name="textAreaTop" fmla="*/ 0 h 226440"/>
                <a:gd name="textAreaBottom" fmla="*/ 227880 h 226440"/>
              </a:gdLst>
              <a:ahLst/>
              <a:cxnLst/>
              <a:rect l="textAreaLeft" t="textAreaTop" r="textAreaRight" b="textAreaBottom"/>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260" name="Freeform 38"/>
            <p:cNvSpPr/>
            <p:nvPr/>
          </p:nvSpPr>
          <p:spPr>
            <a:xfrm>
              <a:off x="1006200" y="6322680"/>
              <a:ext cx="209160" cy="529200"/>
            </a:xfrm>
            <a:custGeom>
              <a:avLst/>
              <a:gdLst>
                <a:gd name="textAreaLeft" fmla="*/ 0 w 209160"/>
                <a:gd name="textAreaRight" fmla="*/ 210600 w 209160"/>
                <a:gd name="textAreaTop" fmla="*/ 0 h 529200"/>
                <a:gd name="textAreaBottom" fmla="*/ 530640 h 529200"/>
              </a:gdLst>
              <a:ahLst/>
              <a:cxnLst/>
              <a:rect l="textAreaLeft" t="textAreaTop" r="textAreaRight" b="textAreaBottom"/>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grpSp>
      <p:sp>
        <p:nvSpPr>
          <p:cNvPr id="261" name="Rectangle 6"/>
          <p:cNvSpPr/>
          <p:nvPr/>
        </p:nvSpPr>
        <p:spPr>
          <a:xfrm>
            <a:off x="0" y="0"/>
            <a:ext cx="181440" cy="6856560"/>
          </a:xfrm>
          <a:prstGeom prst="rect">
            <a:avLst/>
          </a:prstGeom>
          <a:solidFill>
            <a:schemeClr val="tx2"/>
          </a:solidFill>
          <a:ln>
            <a:noFill/>
          </a:ln>
          <a:effectLst>
            <a:outerShdw blurRad="38160" dir="5400000" dist="25560" rotWithShape="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262" name="PlaceHolder 1"/>
          <p:cNvSpPr>
            <a:spLocks noGrp="1"/>
          </p:cNvSpPr>
          <p:nvPr>
            <p:ph type="dt" idx="22"/>
          </p:nvPr>
        </p:nvSpPr>
        <p:spPr>
          <a:xfrm>
            <a:off x="10361520" y="6130440"/>
            <a:ext cx="1144800" cy="3690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US" sz="900" b="0" u="none" strike="noStrike">
                <a:solidFill>
                  <a:schemeClr val="dk1">
                    <a:tint val="75000"/>
                  </a:schemeClr>
                </a:solidFill>
                <a:effectLst/>
                <a:uFillTx/>
                <a:latin typeface="Century Gothic"/>
              </a:defRPr>
            </a:lvl1pPr>
          </a:lstStyle>
          <a:p>
            <a:pPr indent="0" algn="r" defTabSz="457200">
              <a:lnSpc>
                <a:spcPct val="100000"/>
              </a:lnSpc>
              <a:buNone/>
              <a:tabLst>
                <a:tab algn="l" pos="0"/>
              </a:tabLst>
            </a:pPr>
            <a:r>
              <a:rPr lang="en-US" sz="900" b="0" u="none" strike="noStrike">
                <a:solidFill>
                  <a:schemeClr val="dk1">
                    <a:tint val="75000"/>
                  </a:schemeClr>
                </a:solidFill>
                <a:effectLst/>
                <a:uFillTx/>
                <a:latin typeface="Century Gothic"/>
              </a:rPr>
              <a:t>&lt;date/time&gt;</a:t>
            </a:r>
            <a:endParaRPr lang="en-US" sz="900" b="0" u="none" strike="noStrike">
              <a:solidFill>
                <a:srgbClr val="000000"/>
              </a:solidFill>
              <a:effectLst/>
              <a:uFillTx/>
              <a:latin typeface="Times New Roman"/>
            </a:endParaRPr>
          </a:p>
        </p:txBody>
      </p:sp>
      <p:sp>
        <p:nvSpPr>
          <p:cNvPr id="263" name="PlaceHolder 2"/>
          <p:cNvSpPr>
            <a:spLocks noGrp="1"/>
          </p:cNvSpPr>
          <p:nvPr>
            <p:ph type="ftr" idx="23"/>
          </p:nvPr>
        </p:nvSpPr>
        <p:spPr>
          <a:xfrm>
            <a:off x="2589120" y="6135840"/>
            <a:ext cx="7618680" cy="36360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Times New Roman"/>
              </a:defRPr>
            </a:lvl1pPr>
          </a:lstStyle>
          <a:p>
            <a:pPr indent="0" algn="ctr">
              <a:lnSpc>
                <a:spcPct val="100000"/>
              </a:lnSpc>
              <a:buNone/>
              <a:tabLst>
                <a:tab algn="l" pos="0"/>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264" name="Freeform 11"/>
          <p:cNvSpPr/>
          <p:nvPr/>
        </p:nvSpPr>
        <p:spPr>
          <a:xfrm flipV="1">
            <a:off x="-2880" y="711360"/>
            <a:ext cx="1587240" cy="505800"/>
          </a:xfrm>
          <a:custGeom>
            <a:avLst/>
            <a:gdLst>
              <a:gd name="textAreaLeft" fmla="*/ 0 w 1587240"/>
              <a:gd name="textAreaRight" fmla="*/ 1588680 w 1587240"/>
              <a:gd name="textAreaTop" fmla="*/ 720 h 505800"/>
              <a:gd name="textAreaBottom" fmla="*/ 507960 h 505800"/>
            </a:gdLst>
            <a:ahLst/>
            <a:cxnLst/>
            <a:rect l="textAreaLeft" t="textAreaTop" r="textAreaRight" b="textAreaBottom"/>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265" name="PlaceHolder 3"/>
          <p:cNvSpPr>
            <a:spLocks noGrp="1"/>
          </p:cNvSpPr>
          <p:nvPr>
            <p:ph type="sldNum" idx="24"/>
          </p:nvPr>
        </p:nvSpPr>
        <p:spPr>
          <a:xfrm>
            <a:off x="531720" y="787680"/>
            <a:ext cx="77832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US" sz="2000" b="0" u="none" strike="noStrike">
                <a:solidFill>
                  <a:srgbClr val="feffff"/>
                </a:solidFill>
                <a:effectLst/>
                <a:uFillTx/>
                <a:latin typeface="Century Gothic"/>
              </a:defRPr>
            </a:lvl1pPr>
          </a:lstStyle>
          <a:p>
            <a:pPr indent="0" algn="r" defTabSz="457200">
              <a:lnSpc>
                <a:spcPct val="100000"/>
              </a:lnSpc>
              <a:buNone/>
              <a:tabLst>
                <a:tab algn="l" pos="0"/>
              </a:tabLst>
            </a:pPr>
            <a:fld id="{C95FC035-FDA6-4E40-9932-28E8C8284E00}" type="slidenum">
              <a:rPr lang="en-US" sz="2000" b="0" u="none" strike="noStrike">
                <a:solidFill>
                  <a:srgbClr val="feffff"/>
                </a:solidFill>
                <a:effectLst/>
                <a:uFillTx/>
                <a:latin typeface="Century Gothic"/>
              </a:rPr>
              <a:t>&lt;number&gt;</a:t>
            </a:fld>
            <a:endParaRPr lang="en-US" sz="2000" b="0" u="none" strike="noStrike">
              <a:solidFill>
                <a:srgbClr val="000000"/>
              </a:solidFill>
              <a:effectLst/>
              <a:uFillTx/>
              <a:latin typeface="Times New Roman"/>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bg>
      <p:bgPr>
        <a:gradFill rotWithShape="0">
          <a:gsLst>
            <a:gs pos="0">
              <a:srgbClr val="ffffff"/>
            </a:gs>
            <a:gs pos="100000">
              <a:srgbClr val="dfe7c4"/>
            </a:gs>
          </a:gsLst>
          <a:path path="circle">
            <a:fillToRect l="25000" t="25000" r="75000" b="75000"/>
          </a:path>
        </a:gradFill>
      </p:bgPr>
    </p:bg>
    <p:spTree>
      <p:nvGrpSpPr>
        <p:cNvPr id="1" name=""/>
        <p:cNvGrpSpPr/>
        <p:nvPr/>
      </p:nvGrpSpPr>
      <p:grpSpPr>
        <a:xfrm>
          <a:off x="0" y="0"/>
          <a:ext cx="0" cy="0"/>
          <a:chOff x="0" y="0"/>
          <a:chExt cx="0" cy="0"/>
        </a:xfrm>
      </p:grpSpPr>
      <p:grpSp>
        <p:nvGrpSpPr>
          <p:cNvPr id="266" name="Group 22"/>
          <p:cNvGrpSpPr/>
          <p:nvPr/>
        </p:nvGrpSpPr>
        <p:grpSpPr>
          <a:xfrm>
            <a:off x="0" y="228600"/>
            <a:ext cx="2850120" cy="6637320"/>
            <a:chOff x="0" y="228600"/>
            <a:chExt cx="2850120" cy="6637320"/>
          </a:xfrm>
        </p:grpSpPr>
        <p:sp>
          <p:nvSpPr>
            <p:cNvPr id="267" name="Freeform 11"/>
            <p:cNvSpPr/>
            <p:nvPr/>
          </p:nvSpPr>
          <p:spPr>
            <a:xfrm>
              <a:off x="0" y="2575080"/>
              <a:ext cx="99360" cy="624600"/>
            </a:xfrm>
            <a:custGeom>
              <a:avLst/>
              <a:gdLst>
                <a:gd name="textAreaLeft" fmla="*/ 0 w 99360"/>
                <a:gd name="textAreaRight" fmla="*/ 100800 w 99360"/>
                <a:gd name="textAreaTop" fmla="*/ 0 h 624600"/>
                <a:gd name="textAreaBottom" fmla="*/ 626040 h 624600"/>
              </a:gdLst>
              <a:ahLst/>
              <a:cxnLst/>
              <a:rect l="textAreaLeft" t="textAreaTop" r="textAreaRight" b="textAreaBottom"/>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268" name="Freeform 12"/>
            <p:cNvSpPr/>
            <p:nvPr/>
          </p:nvSpPr>
          <p:spPr>
            <a:xfrm>
              <a:off x="128520" y="3156480"/>
              <a:ext cx="645120" cy="2320920"/>
            </a:xfrm>
            <a:custGeom>
              <a:avLst/>
              <a:gdLst>
                <a:gd name="textAreaLeft" fmla="*/ 0 w 645120"/>
                <a:gd name="textAreaRight" fmla="*/ 646560 w 645120"/>
                <a:gd name="textAreaTop" fmla="*/ 0 h 2320920"/>
                <a:gd name="textAreaBottom" fmla="*/ 2322360 h 2320920"/>
              </a:gdLst>
              <a:ahLst/>
              <a:cxnLst/>
              <a:rect l="textAreaLeft" t="textAreaTop" r="textAreaRight" b="textAreaBottom"/>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269" name="Freeform 13"/>
            <p:cNvSpPr/>
            <p:nvPr/>
          </p:nvSpPr>
          <p:spPr>
            <a:xfrm>
              <a:off x="807120" y="5447160"/>
              <a:ext cx="608040" cy="1418760"/>
            </a:xfrm>
            <a:custGeom>
              <a:avLst/>
              <a:gdLst>
                <a:gd name="textAreaLeft" fmla="*/ 0 w 608040"/>
                <a:gd name="textAreaRight" fmla="*/ 609480 w 608040"/>
                <a:gd name="textAreaTop" fmla="*/ 0 h 1418760"/>
                <a:gd name="textAreaBottom" fmla="*/ 1420200 h 1418760"/>
              </a:gdLst>
              <a:ahLst/>
              <a:cxnLst/>
              <a:rect l="textAreaLeft" t="textAreaTop" r="textAreaRight" b="textAreaBottom"/>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270" name="Freeform 14"/>
            <p:cNvSpPr/>
            <p:nvPr/>
          </p:nvSpPr>
          <p:spPr>
            <a:xfrm>
              <a:off x="959760" y="6503760"/>
              <a:ext cx="169920" cy="362160"/>
            </a:xfrm>
            <a:custGeom>
              <a:avLst/>
              <a:gdLst>
                <a:gd name="textAreaLeft" fmla="*/ 0 w 169920"/>
                <a:gd name="textAreaRight" fmla="*/ 171360 w 169920"/>
                <a:gd name="textAreaTop" fmla="*/ 0 h 362160"/>
                <a:gd name="textAreaBottom" fmla="*/ 363600 h 362160"/>
              </a:gdLst>
              <a:ahLst/>
              <a:cxnLst/>
              <a:rect l="textAreaLeft" t="textAreaTop" r="textAreaRight" b="textAreaBottom"/>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271" name="Freeform 15"/>
            <p:cNvSpPr/>
            <p:nvPr/>
          </p:nvSpPr>
          <p:spPr>
            <a:xfrm>
              <a:off x="100800" y="3201120"/>
              <a:ext cx="820440" cy="3327120"/>
            </a:xfrm>
            <a:custGeom>
              <a:avLst/>
              <a:gdLst>
                <a:gd name="textAreaLeft" fmla="*/ 0 w 820440"/>
                <a:gd name="textAreaRight" fmla="*/ 821880 w 820440"/>
                <a:gd name="textAreaTop" fmla="*/ 0 h 3327120"/>
                <a:gd name="textAreaBottom" fmla="*/ 3328560 h 3327120"/>
              </a:gdLst>
              <a:ahLst/>
              <a:cxnLst/>
              <a:rect l="textAreaLeft" t="textAreaTop" r="textAreaRight" b="textAreaBottom"/>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272" name="Freeform 16"/>
            <p:cNvSpPr/>
            <p:nvPr/>
          </p:nvSpPr>
          <p:spPr>
            <a:xfrm>
              <a:off x="22320" y="228600"/>
              <a:ext cx="104760" cy="2926440"/>
            </a:xfrm>
            <a:custGeom>
              <a:avLst/>
              <a:gdLst>
                <a:gd name="textAreaLeft" fmla="*/ 0 w 104760"/>
                <a:gd name="textAreaRight" fmla="*/ 106200 w 104760"/>
                <a:gd name="textAreaTop" fmla="*/ 0 h 2926440"/>
                <a:gd name="textAreaBottom" fmla="*/ 2927880 h 2926440"/>
              </a:gdLst>
              <a:ahLst/>
              <a:cxnLst/>
              <a:rect l="textAreaLeft" t="textAreaTop" r="textAreaRight" b="textAreaBottom"/>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273" name="Freeform 17"/>
            <p:cNvSpPr/>
            <p:nvPr/>
          </p:nvSpPr>
          <p:spPr>
            <a:xfrm>
              <a:off x="78120" y="2944080"/>
              <a:ext cx="76680" cy="492480"/>
            </a:xfrm>
            <a:custGeom>
              <a:avLst/>
              <a:gdLst>
                <a:gd name="textAreaLeft" fmla="*/ 0 w 76680"/>
                <a:gd name="textAreaRight" fmla="*/ 78120 w 76680"/>
                <a:gd name="textAreaTop" fmla="*/ 0 h 492480"/>
                <a:gd name="textAreaBottom" fmla="*/ 493920 h 492480"/>
              </a:gdLst>
              <a:ahLst/>
              <a:cxnLst/>
              <a:rect l="textAreaLeft" t="textAreaTop" r="textAreaRight" b="textAreaBottom"/>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274" name="Freeform 18"/>
            <p:cNvSpPr/>
            <p:nvPr/>
          </p:nvSpPr>
          <p:spPr>
            <a:xfrm>
              <a:off x="769680" y="5478840"/>
              <a:ext cx="188640" cy="1023480"/>
            </a:xfrm>
            <a:custGeom>
              <a:avLst/>
              <a:gdLst>
                <a:gd name="textAreaLeft" fmla="*/ 0 w 188640"/>
                <a:gd name="textAreaRight" fmla="*/ 190080 w 188640"/>
                <a:gd name="textAreaTop" fmla="*/ 0 h 1023480"/>
                <a:gd name="textAreaBottom" fmla="*/ 1024920 h 1023480"/>
              </a:gdLst>
              <a:ahLst/>
              <a:cxnLst/>
              <a:rect l="textAreaLeft" t="textAreaTop" r="textAreaRight" b="textAreaBottom"/>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275" name="Freeform 19"/>
            <p:cNvSpPr/>
            <p:nvPr/>
          </p:nvSpPr>
          <p:spPr>
            <a:xfrm>
              <a:off x="775440" y="1398960"/>
              <a:ext cx="2074680" cy="4046760"/>
            </a:xfrm>
            <a:custGeom>
              <a:avLst/>
              <a:gdLst>
                <a:gd name="textAreaLeft" fmla="*/ 0 w 2074680"/>
                <a:gd name="textAreaRight" fmla="*/ 2076120 w 2074680"/>
                <a:gd name="textAreaTop" fmla="*/ 0 h 4046760"/>
                <a:gd name="textAreaBottom" fmla="*/ 4048200 h 4046760"/>
              </a:gdLst>
              <a:ahLst/>
              <a:cxnLst/>
              <a:rect l="textAreaLeft" t="textAreaTop" r="textAreaRight" b="textAreaBottom"/>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276" name="Freeform 20"/>
            <p:cNvSpPr/>
            <p:nvPr/>
          </p:nvSpPr>
          <p:spPr>
            <a:xfrm>
              <a:off x="922680" y="6530040"/>
              <a:ext cx="160560" cy="335880"/>
            </a:xfrm>
            <a:custGeom>
              <a:avLst/>
              <a:gdLst>
                <a:gd name="textAreaLeft" fmla="*/ 0 w 160560"/>
                <a:gd name="textAreaRight" fmla="*/ 162000 w 160560"/>
                <a:gd name="textAreaTop" fmla="*/ 0 h 335880"/>
                <a:gd name="textAreaBottom" fmla="*/ 337320 h 335880"/>
              </a:gdLst>
              <a:ahLst/>
              <a:cxnLst/>
              <a:rect l="textAreaLeft" t="textAreaTop" r="textAreaRight" b="textAreaBottom"/>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277" name="Freeform 21"/>
            <p:cNvSpPr/>
            <p:nvPr/>
          </p:nvSpPr>
          <p:spPr>
            <a:xfrm>
              <a:off x="769680" y="5359320"/>
              <a:ext cx="36000" cy="220320"/>
            </a:xfrm>
            <a:custGeom>
              <a:avLst/>
              <a:gdLst>
                <a:gd name="textAreaLeft" fmla="*/ 0 w 36000"/>
                <a:gd name="textAreaRight" fmla="*/ 37440 w 36000"/>
                <a:gd name="textAreaTop" fmla="*/ 0 h 220320"/>
                <a:gd name="textAreaBottom" fmla="*/ 221760 h 220320"/>
              </a:gdLst>
              <a:ahLst/>
              <a:cxnLst/>
              <a:rect l="textAreaLeft" t="textAreaTop" r="textAreaRight" b="textAreaBottom"/>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278" name="Freeform 22"/>
            <p:cNvSpPr/>
            <p:nvPr/>
          </p:nvSpPr>
          <p:spPr>
            <a:xfrm>
              <a:off x="849960" y="6244560"/>
              <a:ext cx="237240" cy="621000"/>
            </a:xfrm>
            <a:custGeom>
              <a:avLst/>
              <a:gdLst>
                <a:gd name="textAreaLeft" fmla="*/ 0 w 237240"/>
                <a:gd name="textAreaRight" fmla="*/ 238680 w 237240"/>
                <a:gd name="textAreaTop" fmla="*/ 0 h 621000"/>
                <a:gd name="textAreaBottom" fmla="*/ 622440 h 621000"/>
              </a:gdLst>
              <a:ahLst/>
              <a:cxnLst/>
              <a:rect l="textAreaLeft" t="textAreaTop" r="textAreaRight" b="textAreaBottom"/>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grpSp>
      <p:grpSp>
        <p:nvGrpSpPr>
          <p:cNvPr id="279" name="Group 9"/>
          <p:cNvGrpSpPr/>
          <p:nvPr/>
        </p:nvGrpSpPr>
        <p:grpSpPr>
          <a:xfrm>
            <a:off x="27360" y="-720"/>
            <a:ext cx="2355120" cy="6852600"/>
            <a:chOff x="27360" y="-720"/>
            <a:chExt cx="2355120" cy="6852600"/>
          </a:xfrm>
        </p:grpSpPr>
        <p:sp>
          <p:nvSpPr>
            <p:cNvPr id="280" name="Freeform 27"/>
            <p:cNvSpPr/>
            <p:nvPr/>
          </p:nvSpPr>
          <p:spPr>
            <a:xfrm>
              <a:off x="27360" y="-720"/>
              <a:ext cx="492840" cy="4399560"/>
            </a:xfrm>
            <a:custGeom>
              <a:avLst/>
              <a:gdLst>
                <a:gd name="textAreaLeft" fmla="*/ 0 w 492840"/>
                <a:gd name="textAreaRight" fmla="*/ 494280 w 492840"/>
                <a:gd name="textAreaTop" fmla="*/ 0 h 4399560"/>
                <a:gd name="textAreaBottom" fmla="*/ 4401000 h 4399560"/>
              </a:gdLst>
              <a:ahLst/>
              <a:cxnLst/>
              <a:rect l="textAreaLeft" t="textAreaTop" r="textAreaRight" b="textAreaBottom"/>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281" name="Freeform 28"/>
            <p:cNvSpPr/>
            <p:nvPr/>
          </p:nvSpPr>
          <p:spPr>
            <a:xfrm>
              <a:off x="550440" y="4316400"/>
              <a:ext cx="421920" cy="1579320"/>
            </a:xfrm>
            <a:custGeom>
              <a:avLst/>
              <a:gdLst>
                <a:gd name="textAreaLeft" fmla="*/ 0 w 421920"/>
                <a:gd name="textAreaRight" fmla="*/ 423360 w 421920"/>
                <a:gd name="textAreaTop" fmla="*/ 0 h 1579320"/>
                <a:gd name="textAreaBottom" fmla="*/ 1580760 h 1579320"/>
              </a:gdLst>
              <a:ahLst/>
              <a:cxnLst/>
              <a:rect l="textAreaLeft" t="textAreaTop" r="textAreaRight" b="textAreaBottom"/>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282" name="Freeform 29"/>
            <p:cNvSpPr/>
            <p:nvPr/>
          </p:nvSpPr>
          <p:spPr>
            <a:xfrm>
              <a:off x="1006200" y="5862600"/>
              <a:ext cx="429480" cy="989280"/>
            </a:xfrm>
            <a:custGeom>
              <a:avLst/>
              <a:gdLst>
                <a:gd name="textAreaLeft" fmla="*/ 0 w 429480"/>
                <a:gd name="textAreaRight" fmla="*/ 430920 w 429480"/>
                <a:gd name="textAreaTop" fmla="*/ 0 h 989280"/>
                <a:gd name="textAreaBottom" fmla="*/ 990720 h 989280"/>
              </a:gdLst>
              <a:ahLst/>
              <a:cxnLst/>
              <a:rect l="textAreaLeft" t="textAreaTop" r="textAreaRight" b="textAreaBottom"/>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283" name="Freeform 30"/>
            <p:cNvSpPr/>
            <p:nvPr/>
          </p:nvSpPr>
          <p:spPr>
            <a:xfrm>
              <a:off x="521640" y="4364280"/>
              <a:ext cx="550440" cy="2234520"/>
            </a:xfrm>
            <a:custGeom>
              <a:avLst/>
              <a:gdLst>
                <a:gd name="textAreaLeft" fmla="*/ 0 w 550440"/>
                <a:gd name="textAreaRight" fmla="*/ 551880 w 550440"/>
                <a:gd name="textAreaTop" fmla="*/ 0 h 2234520"/>
                <a:gd name="textAreaBottom" fmla="*/ 2235960 h 2234520"/>
              </a:gdLst>
              <a:ahLst/>
              <a:cxnLst/>
              <a:rect l="textAreaLeft" t="textAreaTop" r="textAreaRight" b="textAreaBottom"/>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284" name="Freeform 31"/>
            <p:cNvSpPr/>
            <p:nvPr/>
          </p:nvSpPr>
          <p:spPr>
            <a:xfrm>
              <a:off x="468000" y="1289160"/>
              <a:ext cx="172800" cy="3025800"/>
            </a:xfrm>
            <a:custGeom>
              <a:avLst/>
              <a:gdLst>
                <a:gd name="textAreaLeft" fmla="*/ 0 w 172800"/>
                <a:gd name="textAreaRight" fmla="*/ 174240 w 172800"/>
                <a:gd name="textAreaTop" fmla="*/ 0 h 3025800"/>
                <a:gd name="textAreaBottom" fmla="*/ 3027240 h 3025800"/>
              </a:gdLst>
              <a:ahLst/>
              <a:cxnLst/>
              <a:rect l="textAreaLeft" t="textAreaTop" r="textAreaRight" b="textAreaBottom"/>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285" name="Freeform 32"/>
            <p:cNvSpPr/>
            <p:nvPr/>
          </p:nvSpPr>
          <p:spPr>
            <a:xfrm>
              <a:off x="1111680" y="6571440"/>
              <a:ext cx="132840" cy="280080"/>
            </a:xfrm>
            <a:custGeom>
              <a:avLst/>
              <a:gdLst>
                <a:gd name="textAreaLeft" fmla="*/ 0 w 132840"/>
                <a:gd name="textAreaRight" fmla="*/ 134280 w 132840"/>
                <a:gd name="textAreaTop" fmla="*/ 0 h 280080"/>
                <a:gd name="textAreaBottom" fmla="*/ 281520 h 280080"/>
              </a:gdLst>
              <a:ahLst/>
              <a:cxnLst/>
              <a:rect l="textAreaLeft" t="textAreaTop" r="textAreaRight" b="textAreaBottom"/>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286" name="Freeform 33"/>
            <p:cNvSpPr/>
            <p:nvPr/>
          </p:nvSpPr>
          <p:spPr>
            <a:xfrm>
              <a:off x="502560" y="4107600"/>
              <a:ext cx="81000" cy="510120"/>
            </a:xfrm>
            <a:custGeom>
              <a:avLst/>
              <a:gdLst>
                <a:gd name="textAreaLeft" fmla="*/ 0 w 81000"/>
                <a:gd name="textAreaRight" fmla="*/ 82440 w 81000"/>
                <a:gd name="textAreaTop" fmla="*/ 0 h 510120"/>
                <a:gd name="textAreaBottom" fmla="*/ 511560 h 510120"/>
              </a:gdLst>
              <a:ahLst/>
              <a:cxnLst/>
              <a:rect l="textAreaLeft" t="textAreaTop" r="textAreaRight" b="textAreaBottom"/>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287" name="Freeform 34"/>
            <p:cNvSpPr/>
            <p:nvPr/>
          </p:nvSpPr>
          <p:spPr>
            <a:xfrm>
              <a:off x="973800" y="3145680"/>
              <a:ext cx="1408680" cy="2715480"/>
            </a:xfrm>
            <a:custGeom>
              <a:avLst/>
              <a:gdLst>
                <a:gd name="textAreaLeft" fmla="*/ 0 w 1408680"/>
                <a:gd name="textAreaRight" fmla="*/ 1410120 w 1408680"/>
                <a:gd name="textAreaTop" fmla="*/ 0 h 2715480"/>
                <a:gd name="textAreaBottom" fmla="*/ 2716920 h 2715480"/>
              </a:gdLst>
              <a:ahLst/>
              <a:cxnLst/>
              <a:rect l="textAreaLeft" t="textAreaTop" r="textAreaRight" b="textAreaBottom"/>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288" name="Freeform 35"/>
            <p:cNvSpPr/>
            <p:nvPr/>
          </p:nvSpPr>
          <p:spPr>
            <a:xfrm>
              <a:off x="1073520" y="6600240"/>
              <a:ext cx="119160" cy="251640"/>
            </a:xfrm>
            <a:custGeom>
              <a:avLst/>
              <a:gdLst>
                <a:gd name="textAreaLeft" fmla="*/ 0 w 119160"/>
                <a:gd name="textAreaRight" fmla="*/ 120600 w 119160"/>
                <a:gd name="textAreaTop" fmla="*/ 0 h 251640"/>
                <a:gd name="textAreaBottom" fmla="*/ 253080 h 251640"/>
              </a:gdLst>
              <a:ahLst/>
              <a:cxnLst/>
              <a:rect l="textAreaLeft" t="textAreaTop" r="textAreaRight" b="textAreaBottom"/>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289" name="Freeform 36"/>
            <p:cNvSpPr/>
            <p:nvPr/>
          </p:nvSpPr>
          <p:spPr>
            <a:xfrm>
              <a:off x="973800" y="5897160"/>
              <a:ext cx="136440" cy="672840"/>
            </a:xfrm>
            <a:custGeom>
              <a:avLst/>
              <a:gdLst>
                <a:gd name="textAreaLeft" fmla="*/ 0 w 136440"/>
                <a:gd name="textAreaRight" fmla="*/ 137880 w 136440"/>
                <a:gd name="textAreaTop" fmla="*/ 0 h 672840"/>
                <a:gd name="textAreaBottom" fmla="*/ 674280 h 672840"/>
              </a:gdLst>
              <a:ahLst/>
              <a:cxnLst/>
              <a:rect l="textAreaLeft" t="textAreaTop" r="textAreaRight" b="textAreaBottom"/>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290" name="Freeform 37"/>
            <p:cNvSpPr/>
            <p:nvPr/>
          </p:nvSpPr>
          <p:spPr>
            <a:xfrm>
              <a:off x="973800" y="5772600"/>
              <a:ext cx="36720" cy="226440"/>
            </a:xfrm>
            <a:custGeom>
              <a:avLst/>
              <a:gdLst>
                <a:gd name="textAreaLeft" fmla="*/ 0 w 36720"/>
                <a:gd name="textAreaRight" fmla="*/ 38160 w 36720"/>
                <a:gd name="textAreaTop" fmla="*/ 0 h 226440"/>
                <a:gd name="textAreaBottom" fmla="*/ 227880 h 226440"/>
              </a:gdLst>
              <a:ahLst/>
              <a:cxnLst/>
              <a:rect l="textAreaLeft" t="textAreaTop" r="textAreaRight" b="textAreaBottom"/>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291" name="Freeform 38"/>
            <p:cNvSpPr/>
            <p:nvPr/>
          </p:nvSpPr>
          <p:spPr>
            <a:xfrm>
              <a:off x="1006200" y="6322680"/>
              <a:ext cx="209160" cy="529200"/>
            </a:xfrm>
            <a:custGeom>
              <a:avLst/>
              <a:gdLst>
                <a:gd name="textAreaLeft" fmla="*/ 0 w 209160"/>
                <a:gd name="textAreaRight" fmla="*/ 210600 w 209160"/>
                <a:gd name="textAreaTop" fmla="*/ 0 h 529200"/>
                <a:gd name="textAreaBottom" fmla="*/ 530640 h 529200"/>
              </a:gdLst>
              <a:ahLst/>
              <a:cxnLst/>
              <a:rect l="textAreaLeft" t="textAreaTop" r="textAreaRight" b="textAreaBottom"/>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grpSp>
      <p:sp>
        <p:nvSpPr>
          <p:cNvPr id="292" name="Rectangle 6"/>
          <p:cNvSpPr/>
          <p:nvPr/>
        </p:nvSpPr>
        <p:spPr>
          <a:xfrm>
            <a:off x="0" y="0"/>
            <a:ext cx="181440" cy="6856560"/>
          </a:xfrm>
          <a:prstGeom prst="rect">
            <a:avLst/>
          </a:prstGeom>
          <a:solidFill>
            <a:schemeClr val="tx2"/>
          </a:solidFill>
          <a:ln>
            <a:noFill/>
          </a:ln>
          <a:effectLst>
            <a:outerShdw blurRad="38160" dir="5400000" dist="25560" rotWithShape="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293" name="PlaceHolder 1"/>
          <p:cNvSpPr>
            <a:spLocks noGrp="1"/>
          </p:cNvSpPr>
          <p:nvPr>
            <p:ph type="title"/>
          </p:nvPr>
        </p:nvSpPr>
        <p:spPr>
          <a:xfrm>
            <a:off x="2589120" y="446040"/>
            <a:ext cx="3503880" cy="974880"/>
          </a:xfrm>
          <a:prstGeom prst="rect">
            <a:avLst/>
          </a:prstGeom>
          <a:noFill/>
          <a:ln w="0">
            <a:noFill/>
          </a:ln>
        </p:spPr>
        <p:txBody>
          <a:bodyPr lIns="91440" rIns="91440" tIns="45720" bIns="45720" anchor="b">
            <a:noAutofit/>
          </a:bodyPr>
          <a:p>
            <a:pPr indent="0" defTabSz="457200">
              <a:lnSpc>
                <a:spcPct val="100000"/>
              </a:lnSpc>
              <a:buNone/>
              <a:tabLst>
                <a:tab algn="l" pos="0"/>
              </a:tabLst>
            </a:pPr>
            <a:r>
              <a:rPr lang="en-US" sz="2000" b="0" u="none" strike="noStrike">
                <a:solidFill>
                  <a:schemeClr val="dk1">
                    <a:lumMod val="85000"/>
                    <a:lumOff val="15000"/>
                  </a:schemeClr>
                </a:solidFill>
                <a:effectLst/>
                <a:uFillTx/>
                <a:latin typeface="Century Gothic"/>
              </a:rPr>
              <a:t>Click to edit Master title style</a:t>
            </a:r>
            <a:endParaRPr lang="en-US" sz="2000" b="0" u="none" strike="noStrike">
              <a:solidFill>
                <a:srgbClr val="000000"/>
              </a:solidFill>
              <a:effectLst/>
              <a:uFillTx/>
              <a:latin typeface="Arial"/>
            </a:endParaRPr>
          </a:p>
        </p:txBody>
      </p:sp>
      <p:sp>
        <p:nvSpPr>
          <p:cNvPr id="294" name="PlaceHolder 2"/>
          <p:cNvSpPr>
            <a:spLocks noGrp="1"/>
          </p:cNvSpPr>
          <p:nvPr>
            <p:ph type="body"/>
          </p:nvPr>
        </p:nvSpPr>
        <p:spPr>
          <a:xfrm>
            <a:off x="6323040" y="446040"/>
            <a:ext cx="5180040" cy="5413680"/>
          </a:xfrm>
          <a:prstGeom prst="rect">
            <a:avLst/>
          </a:prstGeom>
          <a:noFill/>
          <a:ln w="0">
            <a:noFill/>
          </a:ln>
        </p:spPr>
        <p:txBody>
          <a:bodyPr lIns="91440" rIns="91440" tIns="45720" bIns="45720" anchor="ctr">
            <a:normAutofit/>
          </a:bodyPr>
          <a:p>
            <a:pPr marL="343080" indent="-343080" defTabSz="457200">
              <a:lnSpc>
                <a:spcPct val="100000"/>
              </a:lnSpc>
              <a:spcBef>
                <a:spcPts val="1001"/>
              </a:spcBef>
              <a:buClr>
                <a:srgbClr val="a53010"/>
              </a:buClr>
              <a:buFont typeface="Wingdings 3" charset="2"/>
              <a:buChar char=""/>
            </a:pPr>
            <a:r>
              <a:rPr lang="en-US" sz="1800" b="0" u="none" strike="noStrike">
                <a:solidFill>
                  <a:schemeClr val="dk1">
                    <a:lumMod val="75000"/>
                    <a:lumOff val="25000"/>
                  </a:schemeClr>
                </a:solidFill>
                <a:effectLst/>
                <a:uFillTx/>
                <a:latin typeface="Century Gothic"/>
              </a:rPr>
              <a:t>Click to edit Master text styles</a:t>
            </a:r>
            <a:endParaRPr lang="en-US" sz="1800" b="0" u="none" strike="noStrike">
              <a:solidFill>
                <a:srgbClr val="000000"/>
              </a:solidFill>
              <a:effectLst/>
              <a:uFillTx/>
              <a:latin typeface="Arial"/>
            </a:endParaRPr>
          </a:p>
          <a:p>
            <a:pPr marL="743040" lvl="1" indent="-285840" defTabSz="457200">
              <a:lnSpc>
                <a:spcPct val="100000"/>
              </a:lnSpc>
              <a:spcBef>
                <a:spcPts val="1001"/>
              </a:spcBef>
              <a:buClr>
                <a:srgbClr val="a53010"/>
              </a:buClr>
              <a:buFont typeface="Wingdings 3" charset="2"/>
              <a:buChar char=""/>
            </a:pPr>
            <a:r>
              <a:rPr lang="en-US" sz="1600" b="0" u="none" strike="noStrike">
                <a:solidFill>
                  <a:schemeClr val="dk1">
                    <a:lumMod val="75000"/>
                    <a:lumOff val="25000"/>
                  </a:schemeClr>
                </a:solidFill>
                <a:effectLst/>
                <a:uFillTx/>
                <a:latin typeface="Century Gothic"/>
              </a:rPr>
              <a:t>Second level</a:t>
            </a:r>
            <a:endParaRPr lang="en-US" sz="1600" b="0" u="none" strike="noStrike">
              <a:solidFill>
                <a:srgbClr val="000000"/>
              </a:solidFill>
              <a:effectLst/>
              <a:uFillTx/>
              <a:latin typeface="Arial"/>
            </a:endParaRPr>
          </a:p>
          <a:p>
            <a:pPr marL="1143000" lvl="2" indent="-228600" defTabSz="457200">
              <a:lnSpc>
                <a:spcPct val="100000"/>
              </a:lnSpc>
              <a:spcBef>
                <a:spcPts val="1001"/>
              </a:spcBef>
              <a:buClr>
                <a:srgbClr val="a53010"/>
              </a:buClr>
              <a:buFont typeface="Wingdings 3" charset="2"/>
              <a:buChar char=""/>
            </a:pPr>
            <a:r>
              <a:rPr lang="en-US" sz="1400" b="0" u="none" strike="noStrike">
                <a:solidFill>
                  <a:schemeClr val="dk1">
                    <a:lumMod val="75000"/>
                    <a:lumOff val="25000"/>
                  </a:schemeClr>
                </a:solidFill>
                <a:effectLst/>
                <a:uFillTx/>
                <a:latin typeface="Century Gothic"/>
              </a:rPr>
              <a:t>Third level</a:t>
            </a:r>
            <a:endParaRPr lang="en-US" sz="1400" b="0" u="none" strike="noStrike">
              <a:solidFill>
                <a:srgbClr val="000000"/>
              </a:solidFill>
              <a:effectLst/>
              <a:uFillTx/>
              <a:latin typeface="Arial"/>
            </a:endParaRPr>
          </a:p>
          <a:p>
            <a:pPr marL="1600200" lvl="3" indent="-228600" defTabSz="457200">
              <a:lnSpc>
                <a:spcPct val="100000"/>
              </a:lnSpc>
              <a:spcBef>
                <a:spcPts val="1001"/>
              </a:spcBef>
              <a:buClr>
                <a:srgbClr val="a53010"/>
              </a:buClr>
              <a:buFont typeface="Wingdings 3" charset="2"/>
              <a:buChar char=""/>
            </a:pPr>
            <a:r>
              <a:rPr lang="en-US" sz="1200" b="0" u="none" strike="noStrike">
                <a:solidFill>
                  <a:schemeClr val="dk1">
                    <a:lumMod val="75000"/>
                    <a:lumOff val="25000"/>
                  </a:schemeClr>
                </a:solidFill>
                <a:effectLst/>
                <a:uFillTx/>
                <a:latin typeface="Century Gothic"/>
              </a:rPr>
              <a:t>Fourth level</a:t>
            </a:r>
            <a:endParaRPr lang="en-US" sz="1200" b="0" u="none" strike="noStrike">
              <a:solidFill>
                <a:srgbClr val="000000"/>
              </a:solidFill>
              <a:effectLst/>
              <a:uFillTx/>
              <a:latin typeface="Arial"/>
            </a:endParaRPr>
          </a:p>
          <a:p>
            <a:pPr marL="2057400" lvl="4" indent="-228600" defTabSz="457200">
              <a:lnSpc>
                <a:spcPct val="100000"/>
              </a:lnSpc>
              <a:spcBef>
                <a:spcPts val="1001"/>
              </a:spcBef>
              <a:buClr>
                <a:srgbClr val="a53010"/>
              </a:buClr>
              <a:buFont typeface="Wingdings 3" charset="2"/>
              <a:buChar char=""/>
            </a:pPr>
            <a:r>
              <a:rPr lang="en-US" sz="1200" b="0" u="none" strike="noStrike">
                <a:solidFill>
                  <a:schemeClr val="dk1">
                    <a:lumMod val="75000"/>
                    <a:lumOff val="25000"/>
                  </a:schemeClr>
                </a:solidFill>
                <a:effectLst/>
                <a:uFillTx/>
                <a:latin typeface="Century Gothic"/>
              </a:rPr>
              <a:t>Fifth level</a:t>
            </a:r>
            <a:endParaRPr lang="en-US" sz="1200" b="0" u="none" strike="noStrike">
              <a:solidFill>
                <a:srgbClr val="000000"/>
              </a:solidFill>
              <a:effectLst/>
              <a:uFillTx/>
              <a:latin typeface="Arial"/>
            </a:endParaRPr>
          </a:p>
        </p:txBody>
      </p:sp>
      <p:sp>
        <p:nvSpPr>
          <p:cNvPr id="295" name="PlaceHolder 3"/>
          <p:cNvSpPr>
            <a:spLocks noGrp="1"/>
          </p:cNvSpPr>
          <p:nvPr>
            <p:ph type="body"/>
          </p:nvPr>
        </p:nvSpPr>
        <p:spPr>
          <a:xfrm>
            <a:off x="2589120" y="1598760"/>
            <a:ext cx="3503880" cy="4260960"/>
          </a:xfrm>
          <a:prstGeom prst="rect">
            <a:avLst/>
          </a:prstGeom>
          <a:noFill/>
          <a:ln w="0">
            <a:noFill/>
          </a:ln>
        </p:spPr>
        <p:txBody>
          <a:bodyPr lIns="91440" rIns="91440" tIns="45720" bIns="45720" anchor="t">
            <a:noAutofit/>
          </a:bodyPr>
          <a:p>
            <a:pPr indent="0" defTabSz="457200">
              <a:lnSpc>
                <a:spcPct val="100000"/>
              </a:lnSpc>
              <a:spcBef>
                <a:spcPts val="1001"/>
              </a:spcBef>
              <a:buNone/>
              <a:tabLst>
                <a:tab algn="l" pos="0"/>
              </a:tabLst>
            </a:pPr>
            <a:r>
              <a:rPr lang="en-US" sz="1400" b="0" u="none" strike="noStrike">
                <a:solidFill>
                  <a:schemeClr val="dk1">
                    <a:lumMod val="75000"/>
                    <a:lumOff val="25000"/>
                  </a:schemeClr>
                </a:solidFill>
                <a:effectLst/>
                <a:uFillTx/>
                <a:latin typeface="Century Gothic"/>
              </a:rPr>
              <a:t>Click to edit Master text styles</a:t>
            </a:r>
            <a:endParaRPr lang="en-US" sz="1400" b="0" u="none" strike="noStrike">
              <a:solidFill>
                <a:srgbClr val="000000"/>
              </a:solidFill>
              <a:effectLst/>
              <a:uFillTx/>
              <a:latin typeface="Arial"/>
            </a:endParaRPr>
          </a:p>
        </p:txBody>
      </p:sp>
      <p:sp>
        <p:nvSpPr>
          <p:cNvPr id="296" name="PlaceHolder 4"/>
          <p:cNvSpPr>
            <a:spLocks noGrp="1"/>
          </p:cNvSpPr>
          <p:nvPr>
            <p:ph type="dt" idx="25"/>
          </p:nvPr>
        </p:nvSpPr>
        <p:spPr>
          <a:xfrm>
            <a:off x="10361520" y="6130440"/>
            <a:ext cx="1144800" cy="3690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US" sz="900" b="0" u="none" strike="noStrike">
                <a:solidFill>
                  <a:schemeClr val="dk1">
                    <a:tint val="75000"/>
                  </a:schemeClr>
                </a:solidFill>
                <a:effectLst/>
                <a:uFillTx/>
                <a:latin typeface="Century Gothic"/>
              </a:defRPr>
            </a:lvl1pPr>
          </a:lstStyle>
          <a:p>
            <a:pPr indent="0" algn="r" defTabSz="457200">
              <a:lnSpc>
                <a:spcPct val="100000"/>
              </a:lnSpc>
              <a:buNone/>
              <a:tabLst>
                <a:tab algn="l" pos="0"/>
              </a:tabLst>
            </a:pPr>
            <a:r>
              <a:rPr lang="en-US" sz="900" b="0" u="none" strike="noStrike">
                <a:solidFill>
                  <a:schemeClr val="dk1">
                    <a:tint val="75000"/>
                  </a:schemeClr>
                </a:solidFill>
                <a:effectLst/>
                <a:uFillTx/>
                <a:latin typeface="Century Gothic"/>
              </a:rPr>
              <a:t>&lt;date/time&gt;</a:t>
            </a:r>
            <a:endParaRPr lang="en-US" sz="900" b="0" u="none" strike="noStrike">
              <a:solidFill>
                <a:srgbClr val="000000"/>
              </a:solidFill>
              <a:effectLst/>
              <a:uFillTx/>
              <a:latin typeface="Times New Roman"/>
            </a:endParaRPr>
          </a:p>
        </p:txBody>
      </p:sp>
      <p:sp>
        <p:nvSpPr>
          <p:cNvPr id="297" name="PlaceHolder 5"/>
          <p:cNvSpPr>
            <a:spLocks noGrp="1"/>
          </p:cNvSpPr>
          <p:nvPr>
            <p:ph type="ftr" idx="26"/>
          </p:nvPr>
        </p:nvSpPr>
        <p:spPr>
          <a:xfrm>
            <a:off x="2589120" y="6135840"/>
            <a:ext cx="7618680" cy="36360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Times New Roman"/>
              </a:defRPr>
            </a:lvl1pPr>
          </a:lstStyle>
          <a:p>
            <a:pPr indent="0" algn="ctr">
              <a:lnSpc>
                <a:spcPct val="100000"/>
              </a:lnSpc>
              <a:buNone/>
              <a:tabLst>
                <a:tab algn="l" pos="0"/>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298" name="Freeform 11"/>
          <p:cNvSpPr/>
          <p:nvPr/>
        </p:nvSpPr>
        <p:spPr>
          <a:xfrm flipV="1">
            <a:off x="-2880" y="711360"/>
            <a:ext cx="1587240" cy="505800"/>
          </a:xfrm>
          <a:custGeom>
            <a:avLst/>
            <a:gdLst>
              <a:gd name="textAreaLeft" fmla="*/ 0 w 1587240"/>
              <a:gd name="textAreaRight" fmla="*/ 1588680 w 1587240"/>
              <a:gd name="textAreaTop" fmla="*/ 720 h 505800"/>
              <a:gd name="textAreaBottom" fmla="*/ 507960 h 505800"/>
            </a:gdLst>
            <a:ahLst/>
            <a:cxnLst/>
            <a:rect l="textAreaLeft" t="textAreaTop" r="textAreaRight" b="textAreaBottom"/>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299" name="PlaceHolder 6"/>
          <p:cNvSpPr>
            <a:spLocks noGrp="1"/>
          </p:cNvSpPr>
          <p:nvPr>
            <p:ph type="sldNum" idx="27"/>
          </p:nvPr>
        </p:nvSpPr>
        <p:spPr>
          <a:xfrm>
            <a:off x="531720" y="787680"/>
            <a:ext cx="77832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US" sz="2000" b="0" u="none" strike="noStrike">
                <a:solidFill>
                  <a:srgbClr val="feffff"/>
                </a:solidFill>
                <a:effectLst/>
                <a:uFillTx/>
                <a:latin typeface="Century Gothic"/>
              </a:defRPr>
            </a:lvl1pPr>
          </a:lstStyle>
          <a:p>
            <a:pPr indent="0" algn="r" defTabSz="457200">
              <a:lnSpc>
                <a:spcPct val="100000"/>
              </a:lnSpc>
              <a:buNone/>
              <a:tabLst>
                <a:tab algn="l" pos="0"/>
              </a:tabLst>
            </a:pPr>
            <a:fld id="{2AA4B3CD-4901-40DA-92EE-2108EEF25EB5}" type="slidenum">
              <a:rPr lang="en-US" sz="2000" b="0" u="none" strike="noStrike">
                <a:solidFill>
                  <a:srgbClr val="feffff"/>
                </a:solidFill>
                <a:effectLst/>
                <a:uFillTx/>
                <a:latin typeface="Century Gothic"/>
              </a:rPr>
              <a:t>&lt;number&gt;</a:t>
            </a:fld>
            <a:endParaRPr lang="en-US" sz="2000" b="0" u="none" strike="noStrike">
              <a:solidFill>
                <a:srgbClr val="000000"/>
              </a:solidFill>
              <a:effectLst/>
              <a:uFillTx/>
              <a:latin typeface="Times New Roman"/>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bg>
      <p:bgPr>
        <a:gradFill rotWithShape="0">
          <a:gsLst>
            <a:gs pos="0">
              <a:srgbClr val="ffffff"/>
            </a:gs>
            <a:gs pos="100000">
              <a:srgbClr val="dfe7c4"/>
            </a:gs>
          </a:gsLst>
          <a:path path="circle">
            <a:fillToRect l="25000" t="25000" r="75000" b="75000"/>
          </a:path>
        </a:gradFill>
      </p:bgPr>
    </p:bg>
    <p:spTree>
      <p:nvGrpSpPr>
        <p:cNvPr id="1" name=""/>
        <p:cNvGrpSpPr/>
        <p:nvPr/>
      </p:nvGrpSpPr>
      <p:grpSpPr>
        <a:xfrm>
          <a:off x="0" y="0"/>
          <a:ext cx="0" cy="0"/>
          <a:chOff x="0" y="0"/>
          <a:chExt cx="0" cy="0"/>
        </a:xfrm>
      </p:grpSpPr>
      <p:grpSp>
        <p:nvGrpSpPr>
          <p:cNvPr id="300" name="Group 22"/>
          <p:cNvGrpSpPr/>
          <p:nvPr/>
        </p:nvGrpSpPr>
        <p:grpSpPr>
          <a:xfrm>
            <a:off x="0" y="228600"/>
            <a:ext cx="2850120" cy="6637320"/>
            <a:chOff x="0" y="228600"/>
            <a:chExt cx="2850120" cy="6637320"/>
          </a:xfrm>
        </p:grpSpPr>
        <p:sp>
          <p:nvSpPr>
            <p:cNvPr id="301" name="Freeform 11"/>
            <p:cNvSpPr/>
            <p:nvPr/>
          </p:nvSpPr>
          <p:spPr>
            <a:xfrm>
              <a:off x="0" y="2575080"/>
              <a:ext cx="99360" cy="624600"/>
            </a:xfrm>
            <a:custGeom>
              <a:avLst/>
              <a:gdLst>
                <a:gd name="textAreaLeft" fmla="*/ 0 w 99360"/>
                <a:gd name="textAreaRight" fmla="*/ 100800 w 99360"/>
                <a:gd name="textAreaTop" fmla="*/ 0 h 624600"/>
                <a:gd name="textAreaBottom" fmla="*/ 626040 h 624600"/>
              </a:gdLst>
              <a:ahLst/>
              <a:cxnLst/>
              <a:rect l="textAreaLeft" t="textAreaTop" r="textAreaRight" b="textAreaBottom"/>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302" name="Freeform 12"/>
            <p:cNvSpPr/>
            <p:nvPr/>
          </p:nvSpPr>
          <p:spPr>
            <a:xfrm>
              <a:off x="128520" y="3156480"/>
              <a:ext cx="645120" cy="2320920"/>
            </a:xfrm>
            <a:custGeom>
              <a:avLst/>
              <a:gdLst>
                <a:gd name="textAreaLeft" fmla="*/ 0 w 645120"/>
                <a:gd name="textAreaRight" fmla="*/ 646560 w 645120"/>
                <a:gd name="textAreaTop" fmla="*/ 0 h 2320920"/>
                <a:gd name="textAreaBottom" fmla="*/ 2322360 h 2320920"/>
              </a:gdLst>
              <a:ahLst/>
              <a:cxnLst/>
              <a:rect l="textAreaLeft" t="textAreaTop" r="textAreaRight" b="textAreaBottom"/>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303" name="Freeform 13"/>
            <p:cNvSpPr/>
            <p:nvPr/>
          </p:nvSpPr>
          <p:spPr>
            <a:xfrm>
              <a:off x="807120" y="5447160"/>
              <a:ext cx="608040" cy="1418760"/>
            </a:xfrm>
            <a:custGeom>
              <a:avLst/>
              <a:gdLst>
                <a:gd name="textAreaLeft" fmla="*/ 0 w 608040"/>
                <a:gd name="textAreaRight" fmla="*/ 609480 w 608040"/>
                <a:gd name="textAreaTop" fmla="*/ 0 h 1418760"/>
                <a:gd name="textAreaBottom" fmla="*/ 1420200 h 1418760"/>
              </a:gdLst>
              <a:ahLst/>
              <a:cxnLst/>
              <a:rect l="textAreaLeft" t="textAreaTop" r="textAreaRight" b="textAreaBottom"/>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304" name="Freeform 14"/>
            <p:cNvSpPr/>
            <p:nvPr/>
          </p:nvSpPr>
          <p:spPr>
            <a:xfrm>
              <a:off x="959760" y="6503760"/>
              <a:ext cx="169920" cy="362160"/>
            </a:xfrm>
            <a:custGeom>
              <a:avLst/>
              <a:gdLst>
                <a:gd name="textAreaLeft" fmla="*/ 0 w 169920"/>
                <a:gd name="textAreaRight" fmla="*/ 171360 w 169920"/>
                <a:gd name="textAreaTop" fmla="*/ 0 h 362160"/>
                <a:gd name="textAreaBottom" fmla="*/ 363600 h 362160"/>
              </a:gdLst>
              <a:ahLst/>
              <a:cxnLst/>
              <a:rect l="textAreaLeft" t="textAreaTop" r="textAreaRight" b="textAreaBottom"/>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305" name="Freeform 15"/>
            <p:cNvSpPr/>
            <p:nvPr/>
          </p:nvSpPr>
          <p:spPr>
            <a:xfrm>
              <a:off x="100800" y="3201120"/>
              <a:ext cx="820440" cy="3327120"/>
            </a:xfrm>
            <a:custGeom>
              <a:avLst/>
              <a:gdLst>
                <a:gd name="textAreaLeft" fmla="*/ 0 w 820440"/>
                <a:gd name="textAreaRight" fmla="*/ 821880 w 820440"/>
                <a:gd name="textAreaTop" fmla="*/ 0 h 3327120"/>
                <a:gd name="textAreaBottom" fmla="*/ 3328560 h 3327120"/>
              </a:gdLst>
              <a:ahLst/>
              <a:cxnLst/>
              <a:rect l="textAreaLeft" t="textAreaTop" r="textAreaRight" b="textAreaBottom"/>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306" name="Freeform 16"/>
            <p:cNvSpPr/>
            <p:nvPr/>
          </p:nvSpPr>
          <p:spPr>
            <a:xfrm>
              <a:off x="22320" y="228600"/>
              <a:ext cx="104760" cy="2926440"/>
            </a:xfrm>
            <a:custGeom>
              <a:avLst/>
              <a:gdLst>
                <a:gd name="textAreaLeft" fmla="*/ 0 w 104760"/>
                <a:gd name="textAreaRight" fmla="*/ 106200 w 104760"/>
                <a:gd name="textAreaTop" fmla="*/ 0 h 2926440"/>
                <a:gd name="textAreaBottom" fmla="*/ 2927880 h 2926440"/>
              </a:gdLst>
              <a:ahLst/>
              <a:cxnLst/>
              <a:rect l="textAreaLeft" t="textAreaTop" r="textAreaRight" b="textAreaBottom"/>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307" name="Freeform 17"/>
            <p:cNvSpPr/>
            <p:nvPr/>
          </p:nvSpPr>
          <p:spPr>
            <a:xfrm>
              <a:off x="78120" y="2944080"/>
              <a:ext cx="76680" cy="492480"/>
            </a:xfrm>
            <a:custGeom>
              <a:avLst/>
              <a:gdLst>
                <a:gd name="textAreaLeft" fmla="*/ 0 w 76680"/>
                <a:gd name="textAreaRight" fmla="*/ 78120 w 76680"/>
                <a:gd name="textAreaTop" fmla="*/ 0 h 492480"/>
                <a:gd name="textAreaBottom" fmla="*/ 493920 h 492480"/>
              </a:gdLst>
              <a:ahLst/>
              <a:cxnLst/>
              <a:rect l="textAreaLeft" t="textAreaTop" r="textAreaRight" b="textAreaBottom"/>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308" name="Freeform 18"/>
            <p:cNvSpPr/>
            <p:nvPr/>
          </p:nvSpPr>
          <p:spPr>
            <a:xfrm>
              <a:off x="769680" y="5478840"/>
              <a:ext cx="188640" cy="1023480"/>
            </a:xfrm>
            <a:custGeom>
              <a:avLst/>
              <a:gdLst>
                <a:gd name="textAreaLeft" fmla="*/ 0 w 188640"/>
                <a:gd name="textAreaRight" fmla="*/ 190080 w 188640"/>
                <a:gd name="textAreaTop" fmla="*/ 0 h 1023480"/>
                <a:gd name="textAreaBottom" fmla="*/ 1024920 h 1023480"/>
              </a:gdLst>
              <a:ahLst/>
              <a:cxnLst/>
              <a:rect l="textAreaLeft" t="textAreaTop" r="textAreaRight" b="textAreaBottom"/>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309" name="Freeform 19"/>
            <p:cNvSpPr/>
            <p:nvPr/>
          </p:nvSpPr>
          <p:spPr>
            <a:xfrm>
              <a:off x="775440" y="1398960"/>
              <a:ext cx="2074680" cy="4046760"/>
            </a:xfrm>
            <a:custGeom>
              <a:avLst/>
              <a:gdLst>
                <a:gd name="textAreaLeft" fmla="*/ 0 w 2074680"/>
                <a:gd name="textAreaRight" fmla="*/ 2076120 w 2074680"/>
                <a:gd name="textAreaTop" fmla="*/ 0 h 4046760"/>
                <a:gd name="textAreaBottom" fmla="*/ 4048200 h 4046760"/>
              </a:gdLst>
              <a:ahLst/>
              <a:cxnLst/>
              <a:rect l="textAreaLeft" t="textAreaTop" r="textAreaRight" b="textAreaBottom"/>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310" name="Freeform 20"/>
            <p:cNvSpPr/>
            <p:nvPr/>
          </p:nvSpPr>
          <p:spPr>
            <a:xfrm>
              <a:off x="922680" y="6530040"/>
              <a:ext cx="160560" cy="335880"/>
            </a:xfrm>
            <a:custGeom>
              <a:avLst/>
              <a:gdLst>
                <a:gd name="textAreaLeft" fmla="*/ 0 w 160560"/>
                <a:gd name="textAreaRight" fmla="*/ 162000 w 160560"/>
                <a:gd name="textAreaTop" fmla="*/ 0 h 335880"/>
                <a:gd name="textAreaBottom" fmla="*/ 337320 h 335880"/>
              </a:gdLst>
              <a:ahLst/>
              <a:cxnLst/>
              <a:rect l="textAreaLeft" t="textAreaTop" r="textAreaRight" b="textAreaBottom"/>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311" name="Freeform 21"/>
            <p:cNvSpPr/>
            <p:nvPr/>
          </p:nvSpPr>
          <p:spPr>
            <a:xfrm>
              <a:off x="769680" y="5359320"/>
              <a:ext cx="36000" cy="220320"/>
            </a:xfrm>
            <a:custGeom>
              <a:avLst/>
              <a:gdLst>
                <a:gd name="textAreaLeft" fmla="*/ 0 w 36000"/>
                <a:gd name="textAreaRight" fmla="*/ 37440 w 36000"/>
                <a:gd name="textAreaTop" fmla="*/ 0 h 220320"/>
                <a:gd name="textAreaBottom" fmla="*/ 221760 h 220320"/>
              </a:gdLst>
              <a:ahLst/>
              <a:cxnLst/>
              <a:rect l="textAreaLeft" t="textAreaTop" r="textAreaRight" b="textAreaBottom"/>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312" name="Freeform 22"/>
            <p:cNvSpPr/>
            <p:nvPr/>
          </p:nvSpPr>
          <p:spPr>
            <a:xfrm>
              <a:off x="849960" y="6244560"/>
              <a:ext cx="237240" cy="621000"/>
            </a:xfrm>
            <a:custGeom>
              <a:avLst/>
              <a:gdLst>
                <a:gd name="textAreaLeft" fmla="*/ 0 w 237240"/>
                <a:gd name="textAreaRight" fmla="*/ 238680 w 237240"/>
                <a:gd name="textAreaTop" fmla="*/ 0 h 621000"/>
                <a:gd name="textAreaBottom" fmla="*/ 622440 h 621000"/>
              </a:gdLst>
              <a:ahLst/>
              <a:cxnLst/>
              <a:rect l="textAreaLeft" t="textAreaTop" r="textAreaRight" b="textAreaBottom"/>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grpSp>
      <p:grpSp>
        <p:nvGrpSpPr>
          <p:cNvPr id="313" name="Group 9"/>
          <p:cNvGrpSpPr/>
          <p:nvPr/>
        </p:nvGrpSpPr>
        <p:grpSpPr>
          <a:xfrm>
            <a:off x="27360" y="-720"/>
            <a:ext cx="2355120" cy="6852600"/>
            <a:chOff x="27360" y="-720"/>
            <a:chExt cx="2355120" cy="6852600"/>
          </a:xfrm>
        </p:grpSpPr>
        <p:sp>
          <p:nvSpPr>
            <p:cNvPr id="314" name="Freeform 27"/>
            <p:cNvSpPr/>
            <p:nvPr/>
          </p:nvSpPr>
          <p:spPr>
            <a:xfrm>
              <a:off x="27360" y="-720"/>
              <a:ext cx="492840" cy="4399560"/>
            </a:xfrm>
            <a:custGeom>
              <a:avLst/>
              <a:gdLst>
                <a:gd name="textAreaLeft" fmla="*/ 0 w 492840"/>
                <a:gd name="textAreaRight" fmla="*/ 494280 w 492840"/>
                <a:gd name="textAreaTop" fmla="*/ 0 h 4399560"/>
                <a:gd name="textAreaBottom" fmla="*/ 4401000 h 4399560"/>
              </a:gdLst>
              <a:ahLst/>
              <a:cxnLst/>
              <a:rect l="textAreaLeft" t="textAreaTop" r="textAreaRight" b="textAreaBottom"/>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315" name="Freeform 28"/>
            <p:cNvSpPr/>
            <p:nvPr/>
          </p:nvSpPr>
          <p:spPr>
            <a:xfrm>
              <a:off x="550440" y="4316400"/>
              <a:ext cx="421920" cy="1579320"/>
            </a:xfrm>
            <a:custGeom>
              <a:avLst/>
              <a:gdLst>
                <a:gd name="textAreaLeft" fmla="*/ 0 w 421920"/>
                <a:gd name="textAreaRight" fmla="*/ 423360 w 421920"/>
                <a:gd name="textAreaTop" fmla="*/ 0 h 1579320"/>
                <a:gd name="textAreaBottom" fmla="*/ 1580760 h 1579320"/>
              </a:gdLst>
              <a:ahLst/>
              <a:cxnLst/>
              <a:rect l="textAreaLeft" t="textAreaTop" r="textAreaRight" b="textAreaBottom"/>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316" name="Freeform 29"/>
            <p:cNvSpPr/>
            <p:nvPr/>
          </p:nvSpPr>
          <p:spPr>
            <a:xfrm>
              <a:off x="1006200" y="5862600"/>
              <a:ext cx="429480" cy="989280"/>
            </a:xfrm>
            <a:custGeom>
              <a:avLst/>
              <a:gdLst>
                <a:gd name="textAreaLeft" fmla="*/ 0 w 429480"/>
                <a:gd name="textAreaRight" fmla="*/ 430920 w 429480"/>
                <a:gd name="textAreaTop" fmla="*/ 0 h 989280"/>
                <a:gd name="textAreaBottom" fmla="*/ 990720 h 989280"/>
              </a:gdLst>
              <a:ahLst/>
              <a:cxnLst/>
              <a:rect l="textAreaLeft" t="textAreaTop" r="textAreaRight" b="textAreaBottom"/>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317" name="Freeform 30"/>
            <p:cNvSpPr/>
            <p:nvPr/>
          </p:nvSpPr>
          <p:spPr>
            <a:xfrm>
              <a:off x="521640" y="4364280"/>
              <a:ext cx="550440" cy="2234520"/>
            </a:xfrm>
            <a:custGeom>
              <a:avLst/>
              <a:gdLst>
                <a:gd name="textAreaLeft" fmla="*/ 0 w 550440"/>
                <a:gd name="textAreaRight" fmla="*/ 551880 w 550440"/>
                <a:gd name="textAreaTop" fmla="*/ 0 h 2234520"/>
                <a:gd name="textAreaBottom" fmla="*/ 2235960 h 2234520"/>
              </a:gdLst>
              <a:ahLst/>
              <a:cxnLst/>
              <a:rect l="textAreaLeft" t="textAreaTop" r="textAreaRight" b="textAreaBottom"/>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318" name="Freeform 31"/>
            <p:cNvSpPr/>
            <p:nvPr/>
          </p:nvSpPr>
          <p:spPr>
            <a:xfrm>
              <a:off x="468000" y="1289160"/>
              <a:ext cx="172800" cy="3025800"/>
            </a:xfrm>
            <a:custGeom>
              <a:avLst/>
              <a:gdLst>
                <a:gd name="textAreaLeft" fmla="*/ 0 w 172800"/>
                <a:gd name="textAreaRight" fmla="*/ 174240 w 172800"/>
                <a:gd name="textAreaTop" fmla="*/ 0 h 3025800"/>
                <a:gd name="textAreaBottom" fmla="*/ 3027240 h 3025800"/>
              </a:gdLst>
              <a:ahLst/>
              <a:cxnLst/>
              <a:rect l="textAreaLeft" t="textAreaTop" r="textAreaRight" b="textAreaBottom"/>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319" name="Freeform 32"/>
            <p:cNvSpPr/>
            <p:nvPr/>
          </p:nvSpPr>
          <p:spPr>
            <a:xfrm>
              <a:off x="1111680" y="6571440"/>
              <a:ext cx="132840" cy="280080"/>
            </a:xfrm>
            <a:custGeom>
              <a:avLst/>
              <a:gdLst>
                <a:gd name="textAreaLeft" fmla="*/ 0 w 132840"/>
                <a:gd name="textAreaRight" fmla="*/ 134280 w 132840"/>
                <a:gd name="textAreaTop" fmla="*/ 0 h 280080"/>
                <a:gd name="textAreaBottom" fmla="*/ 281520 h 280080"/>
              </a:gdLst>
              <a:ahLst/>
              <a:cxnLst/>
              <a:rect l="textAreaLeft" t="textAreaTop" r="textAreaRight" b="textAreaBottom"/>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320" name="Freeform 33"/>
            <p:cNvSpPr/>
            <p:nvPr/>
          </p:nvSpPr>
          <p:spPr>
            <a:xfrm>
              <a:off x="502560" y="4107600"/>
              <a:ext cx="81000" cy="510120"/>
            </a:xfrm>
            <a:custGeom>
              <a:avLst/>
              <a:gdLst>
                <a:gd name="textAreaLeft" fmla="*/ 0 w 81000"/>
                <a:gd name="textAreaRight" fmla="*/ 82440 w 81000"/>
                <a:gd name="textAreaTop" fmla="*/ 0 h 510120"/>
                <a:gd name="textAreaBottom" fmla="*/ 511560 h 510120"/>
              </a:gdLst>
              <a:ahLst/>
              <a:cxnLst/>
              <a:rect l="textAreaLeft" t="textAreaTop" r="textAreaRight" b="textAreaBottom"/>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321" name="Freeform 34"/>
            <p:cNvSpPr/>
            <p:nvPr/>
          </p:nvSpPr>
          <p:spPr>
            <a:xfrm>
              <a:off x="973800" y="3145680"/>
              <a:ext cx="1408680" cy="2715480"/>
            </a:xfrm>
            <a:custGeom>
              <a:avLst/>
              <a:gdLst>
                <a:gd name="textAreaLeft" fmla="*/ 0 w 1408680"/>
                <a:gd name="textAreaRight" fmla="*/ 1410120 w 1408680"/>
                <a:gd name="textAreaTop" fmla="*/ 0 h 2715480"/>
                <a:gd name="textAreaBottom" fmla="*/ 2716920 h 2715480"/>
              </a:gdLst>
              <a:ahLst/>
              <a:cxnLst/>
              <a:rect l="textAreaLeft" t="textAreaTop" r="textAreaRight" b="textAreaBottom"/>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322" name="Freeform 35"/>
            <p:cNvSpPr/>
            <p:nvPr/>
          </p:nvSpPr>
          <p:spPr>
            <a:xfrm>
              <a:off x="1073520" y="6600240"/>
              <a:ext cx="119160" cy="251640"/>
            </a:xfrm>
            <a:custGeom>
              <a:avLst/>
              <a:gdLst>
                <a:gd name="textAreaLeft" fmla="*/ 0 w 119160"/>
                <a:gd name="textAreaRight" fmla="*/ 120600 w 119160"/>
                <a:gd name="textAreaTop" fmla="*/ 0 h 251640"/>
                <a:gd name="textAreaBottom" fmla="*/ 253080 h 251640"/>
              </a:gdLst>
              <a:ahLst/>
              <a:cxnLst/>
              <a:rect l="textAreaLeft" t="textAreaTop" r="textAreaRight" b="textAreaBottom"/>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323" name="Freeform 36"/>
            <p:cNvSpPr/>
            <p:nvPr/>
          </p:nvSpPr>
          <p:spPr>
            <a:xfrm>
              <a:off x="973800" y="5897160"/>
              <a:ext cx="136440" cy="672840"/>
            </a:xfrm>
            <a:custGeom>
              <a:avLst/>
              <a:gdLst>
                <a:gd name="textAreaLeft" fmla="*/ 0 w 136440"/>
                <a:gd name="textAreaRight" fmla="*/ 137880 w 136440"/>
                <a:gd name="textAreaTop" fmla="*/ 0 h 672840"/>
                <a:gd name="textAreaBottom" fmla="*/ 674280 h 672840"/>
              </a:gdLst>
              <a:ahLst/>
              <a:cxnLst/>
              <a:rect l="textAreaLeft" t="textAreaTop" r="textAreaRight" b="textAreaBottom"/>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324" name="Freeform 37"/>
            <p:cNvSpPr/>
            <p:nvPr/>
          </p:nvSpPr>
          <p:spPr>
            <a:xfrm>
              <a:off x="973800" y="5772600"/>
              <a:ext cx="36720" cy="226440"/>
            </a:xfrm>
            <a:custGeom>
              <a:avLst/>
              <a:gdLst>
                <a:gd name="textAreaLeft" fmla="*/ 0 w 36720"/>
                <a:gd name="textAreaRight" fmla="*/ 38160 w 36720"/>
                <a:gd name="textAreaTop" fmla="*/ 0 h 226440"/>
                <a:gd name="textAreaBottom" fmla="*/ 227880 h 226440"/>
              </a:gdLst>
              <a:ahLst/>
              <a:cxnLst/>
              <a:rect l="textAreaLeft" t="textAreaTop" r="textAreaRight" b="textAreaBottom"/>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325" name="Freeform 38"/>
            <p:cNvSpPr/>
            <p:nvPr/>
          </p:nvSpPr>
          <p:spPr>
            <a:xfrm>
              <a:off x="1006200" y="6322680"/>
              <a:ext cx="209160" cy="529200"/>
            </a:xfrm>
            <a:custGeom>
              <a:avLst/>
              <a:gdLst>
                <a:gd name="textAreaLeft" fmla="*/ 0 w 209160"/>
                <a:gd name="textAreaRight" fmla="*/ 210600 w 209160"/>
                <a:gd name="textAreaTop" fmla="*/ 0 h 529200"/>
                <a:gd name="textAreaBottom" fmla="*/ 530640 h 529200"/>
              </a:gdLst>
              <a:ahLst/>
              <a:cxnLst/>
              <a:rect l="textAreaLeft" t="textAreaTop" r="textAreaRight" b="textAreaBottom"/>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grpSp>
      <p:sp>
        <p:nvSpPr>
          <p:cNvPr id="326" name="Rectangle 6"/>
          <p:cNvSpPr/>
          <p:nvPr/>
        </p:nvSpPr>
        <p:spPr>
          <a:xfrm>
            <a:off x="0" y="0"/>
            <a:ext cx="181440" cy="6856560"/>
          </a:xfrm>
          <a:prstGeom prst="rect">
            <a:avLst/>
          </a:prstGeom>
          <a:solidFill>
            <a:schemeClr val="tx2"/>
          </a:solidFill>
          <a:ln>
            <a:noFill/>
          </a:ln>
          <a:effectLst>
            <a:outerShdw blurRad="38160" dir="5400000" dist="25560" rotWithShape="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327" name="PlaceHolder 1"/>
          <p:cNvSpPr>
            <a:spLocks noGrp="1"/>
          </p:cNvSpPr>
          <p:nvPr>
            <p:ph type="title"/>
          </p:nvPr>
        </p:nvSpPr>
        <p:spPr>
          <a:xfrm>
            <a:off x="2589120" y="4800600"/>
            <a:ext cx="8913960" cy="565200"/>
          </a:xfrm>
          <a:prstGeom prst="rect">
            <a:avLst/>
          </a:prstGeom>
          <a:noFill/>
          <a:ln w="0">
            <a:noFill/>
          </a:ln>
        </p:spPr>
        <p:txBody>
          <a:bodyPr lIns="91440" rIns="91440" tIns="45720" bIns="45720" anchor="b">
            <a:normAutofit/>
          </a:bodyPr>
          <a:p>
            <a:pPr indent="0" defTabSz="457200">
              <a:lnSpc>
                <a:spcPct val="100000"/>
              </a:lnSpc>
              <a:buNone/>
              <a:tabLst>
                <a:tab algn="l" pos="0"/>
              </a:tabLst>
            </a:pPr>
            <a:r>
              <a:rPr lang="en-US" sz="2400" b="0" u="none" strike="noStrike">
                <a:solidFill>
                  <a:schemeClr val="dk1">
                    <a:lumMod val="85000"/>
                    <a:lumOff val="15000"/>
                  </a:schemeClr>
                </a:solidFill>
                <a:effectLst/>
                <a:uFillTx/>
                <a:latin typeface="Century Gothic"/>
              </a:rPr>
              <a:t>Click to edit Master title style</a:t>
            </a:r>
            <a:endParaRPr lang="en-US" sz="2400" b="0" u="none" strike="noStrike">
              <a:solidFill>
                <a:srgbClr val="000000"/>
              </a:solidFill>
              <a:effectLst/>
              <a:uFillTx/>
              <a:latin typeface="Arial"/>
            </a:endParaRPr>
          </a:p>
        </p:txBody>
      </p:sp>
      <p:sp>
        <p:nvSpPr>
          <p:cNvPr id="328" name="PlaceHolder 2"/>
          <p:cNvSpPr>
            <a:spLocks noGrp="1"/>
          </p:cNvSpPr>
          <p:nvPr>
            <p:ph type="body"/>
          </p:nvPr>
        </p:nvSpPr>
        <p:spPr>
          <a:xfrm>
            <a:off x="2589120" y="635040"/>
            <a:ext cx="8913960" cy="3853440"/>
          </a:xfrm>
          <a:prstGeom prst="rect">
            <a:avLst/>
          </a:prstGeom>
          <a:noFill/>
          <a:ln w="0">
            <a:noFill/>
          </a:ln>
        </p:spPr>
        <p:txBody>
          <a:bodyPr lIns="90000" rIns="90000" tIns="45000" bIns="45000" anchor="t">
            <a:normAutofit/>
          </a:bodyPr>
          <a:p>
            <a:pPr indent="0" algn="ctr" defTabSz="457200">
              <a:lnSpc>
                <a:spcPct val="100000"/>
              </a:lnSpc>
              <a:buNone/>
              <a:tabLst>
                <a:tab algn="l" pos="0"/>
              </a:tabLst>
            </a:pPr>
            <a:r>
              <a:rPr lang="en-US" sz="1600" b="0" u="none" strike="noStrike">
                <a:solidFill>
                  <a:schemeClr val="dk1"/>
                </a:solidFill>
                <a:effectLst/>
                <a:uFillTx/>
                <a:latin typeface="Century Gothic"/>
              </a:rPr>
              <a:t>Click icon to add picture</a:t>
            </a:r>
            <a:endParaRPr lang="en-US" sz="1600" b="0" u="none" strike="noStrike">
              <a:solidFill>
                <a:srgbClr val="000000"/>
              </a:solidFill>
              <a:effectLst/>
              <a:uFillTx/>
              <a:latin typeface="Arial"/>
            </a:endParaRPr>
          </a:p>
        </p:txBody>
      </p:sp>
      <p:sp>
        <p:nvSpPr>
          <p:cNvPr id="329" name="PlaceHolder 3"/>
          <p:cNvSpPr>
            <a:spLocks noGrp="1"/>
          </p:cNvSpPr>
          <p:nvPr>
            <p:ph type="body"/>
          </p:nvPr>
        </p:nvSpPr>
        <p:spPr>
          <a:xfrm>
            <a:off x="2589120" y="5367240"/>
            <a:ext cx="8913960" cy="492120"/>
          </a:xfrm>
          <a:prstGeom prst="rect">
            <a:avLst/>
          </a:prstGeom>
          <a:noFill/>
          <a:ln w="0">
            <a:noFill/>
          </a:ln>
        </p:spPr>
        <p:txBody>
          <a:bodyPr lIns="91440" rIns="91440" tIns="45720" bIns="45720" anchor="t">
            <a:normAutofit/>
          </a:bodyPr>
          <a:p>
            <a:pPr indent="0" defTabSz="457200">
              <a:lnSpc>
                <a:spcPct val="100000"/>
              </a:lnSpc>
              <a:spcBef>
                <a:spcPts val="1001"/>
              </a:spcBef>
              <a:buNone/>
              <a:tabLst>
                <a:tab algn="l" pos="0"/>
              </a:tabLst>
            </a:pPr>
            <a:r>
              <a:rPr lang="en-US" sz="1200" b="0" u="none" strike="noStrike">
                <a:solidFill>
                  <a:schemeClr val="dk1">
                    <a:lumMod val="75000"/>
                    <a:lumOff val="25000"/>
                  </a:schemeClr>
                </a:solidFill>
                <a:effectLst/>
                <a:uFillTx/>
                <a:latin typeface="Century Gothic"/>
              </a:rPr>
              <a:t>Click to edit Master text styles</a:t>
            </a:r>
            <a:endParaRPr lang="en-US" sz="1200" b="0" u="none" strike="noStrike">
              <a:solidFill>
                <a:srgbClr val="000000"/>
              </a:solidFill>
              <a:effectLst/>
              <a:uFillTx/>
              <a:latin typeface="Arial"/>
            </a:endParaRPr>
          </a:p>
        </p:txBody>
      </p:sp>
      <p:sp>
        <p:nvSpPr>
          <p:cNvPr id="330" name="PlaceHolder 4"/>
          <p:cNvSpPr>
            <a:spLocks noGrp="1"/>
          </p:cNvSpPr>
          <p:nvPr>
            <p:ph type="dt" idx="28"/>
          </p:nvPr>
        </p:nvSpPr>
        <p:spPr>
          <a:xfrm>
            <a:off x="10361520" y="6130440"/>
            <a:ext cx="1144800" cy="3690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US" sz="900" b="0" u="none" strike="noStrike">
                <a:solidFill>
                  <a:schemeClr val="dk1">
                    <a:tint val="75000"/>
                  </a:schemeClr>
                </a:solidFill>
                <a:effectLst/>
                <a:uFillTx/>
                <a:latin typeface="Century Gothic"/>
              </a:defRPr>
            </a:lvl1pPr>
          </a:lstStyle>
          <a:p>
            <a:pPr indent="0" algn="r" defTabSz="457200">
              <a:lnSpc>
                <a:spcPct val="100000"/>
              </a:lnSpc>
              <a:buNone/>
              <a:tabLst>
                <a:tab algn="l" pos="0"/>
              </a:tabLst>
            </a:pPr>
            <a:r>
              <a:rPr lang="en-US" sz="900" b="0" u="none" strike="noStrike">
                <a:solidFill>
                  <a:schemeClr val="dk1">
                    <a:tint val="75000"/>
                  </a:schemeClr>
                </a:solidFill>
                <a:effectLst/>
                <a:uFillTx/>
                <a:latin typeface="Century Gothic"/>
              </a:rPr>
              <a:t>&lt;date/time&gt;</a:t>
            </a:r>
            <a:endParaRPr lang="en-US" sz="900" b="0" u="none" strike="noStrike">
              <a:solidFill>
                <a:srgbClr val="000000"/>
              </a:solidFill>
              <a:effectLst/>
              <a:uFillTx/>
              <a:latin typeface="Times New Roman"/>
            </a:endParaRPr>
          </a:p>
        </p:txBody>
      </p:sp>
      <p:sp>
        <p:nvSpPr>
          <p:cNvPr id="331" name="PlaceHolder 5"/>
          <p:cNvSpPr>
            <a:spLocks noGrp="1"/>
          </p:cNvSpPr>
          <p:nvPr>
            <p:ph type="ftr" idx="29"/>
          </p:nvPr>
        </p:nvSpPr>
        <p:spPr>
          <a:xfrm>
            <a:off x="2589120" y="6135840"/>
            <a:ext cx="7618680" cy="36360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Times New Roman"/>
              </a:defRPr>
            </a:lvl1pPr>
          </a:lstStyle>
          <a:p>
            <a:pPr indent="0" algn="ctr">
              <a:lnSpc>
                <a:spcPct val="100000"/>
              </a:lnSpc>
              <a:buNone/>
              <a:tabLst>
                <a:tab algn="l" pos="0"/>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332" name="Freeform 11"/>
          <p:cNvSpPr/>
          <p:nvPr/>
        </p:nvSpPr>
        <p:spPr>
          <a:xfrm flipV="1">
            <a:off x="-2880" y="4910400"/>
            <a:ext cx="1587240" cy="505800"/>
          </a:xfrm>
          <a:custGeom>
            <a:avLst/>
            <a:gdLst>
              <a:gd name="textAreaLeft" fmla="*/ 0 w 1587240"/>
              <a:gd name="textAreaRight" fmla="*/ 1588680 w 1587240"/>
              <a:gd name="textAreaTop" fmla="*/ 720 h 505800"/>
              <a:gd name="textAreaBottom" fmla="*/ 507960 h 505800"/>
            </a:gdLst>
            <a:ahLst/>
            <a:cxnLst/>
            <a:rect l="textAreaLeft" t="textAreaTop" r="textAreaRight" b="textAreaBottom"/>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333" name="PlaceHolder 6"/>
          <p:cNvSpPr>
            <a:spLocks noGrp="1"/>
          </p:cNvSpPr>
          <p:nvPr>
            <p:ph type="sldNum" idx="30"/>
          </p:nvPr>
        </p:nvSpPr>
        <p:spPr>
          <a:xfrm>
            <a:off x="531720" y="4983120"/>
            <a:ext cx="77832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US" sz="2000" b="0" u="none" strike="noStrike">
                <a:solidFill>
                  <a:srgbClr val="feffff"/>
                </a:solidFill>
                <a:effectLst/>
                <a:uFillTx/>
                <a:latin typeface="Century Gothic"/>
              </a:defRPr>
            </a:lvl1pPr>
          </a:lstStyle>
          <a:p>
            <a:pPr indent="0" algn="r" defTabSz="457200">
              <a:lnSpc>
                <a:spcPct val="100000"/>
              </a:lnSpc>
              <a:buNone/>
              <a:tabLst>
                <a:tab algn="l" pos="0"/>
              </a:tabLst>
            </a:pPr>
            <a:fld id="{7CE43C9B-052B-43D7-8A28-59DBC76C9726}" type="slidenum">
              <a:rPr lang="en-US" sz="2000" b="0" u="none" strike="noStrike">
                <a:solidFill>
                  <a:srgbClr val="feffff"/>
                </a:solidFill>
                <a:effectLst/>
                <a:uFillTx/>
                <a:latin typeface="Century Gothic"/>
              </a:rPr>
              <a:t>&lt;number&gt;</a:t>
            </a:fld>
            <a:endParaRPr lang="en-US" sz="2000" b="0" u="none" strike="noStrike">
              <a:solidFill>
                <a:srgbClr val="000000"/>
              </a:solidFill>
              <a:effectLst/>
              <a:uFillTx/>
              <a:latin typeface="Times New Roman"/>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bg>
      <p:bgPr>
        <a:gradFill rotWithShape="0">
          <a:gsLst>
            <a:gs pos="0">
              <a:srgbClr val="ffffff"/>
            </a:gs>
            <a:gs pos="100000">
              <a:srgbClr val="dfe7c4"/>
            </a:gs>
          </a:gsLst>
          <a:path path="circle">
            <a:fillToRect l="25000" t="25000" r="75000" b="75000"/>
          </a:path>
        </a:gradFill>
      </p:bgPr>
    </p:bg>
    <p:spTree>
      <p:nvGrpSpPr>
        <p:cNvPr id="1" name=""/>
        <p:cNvGrpSpPr/>
        <p:nvPr/>
      </p:nvGrpSpPr>
      <p:grpSpPr>
        <a:xfrm>
          <a:off x="0" y="0"/>
          <a:ext cx="0" cy="0"/>
          <a:chOff x="0" y="0"/>
          <a:chExt cx="0" cy="0"/>
        </a:xfrm>
      </p:grpSpPr>
      <p:grpSp>
        <p:nvGrpSpPr>
          <p:cNvPr id="334" name="Group 22"/>
          <p:cNvGrpSpPr/>
          <p:nvPr/>
        </p:nvGrpSpPr>
        <p:grpSpPr>
          <a:xfrm>
            <a:off x="0" y="228600"/>
            <a:ext cx="2850120" cy="6637320"/>
            <a:chOff x="0" y="228600"/>
            <a:chExt cx="2850120" cy="6637320"/>
          </a:xfrm>
        </p:grpSpPr>
        <p:sp>
          <p:nvSpPr>
            <p:cNvPr id="335" name="Freeform 11"/>
            <p:cNvSpPr/>
            <p:nvPr/>
          </p:nvSpPr>
          <p:spPr>
            <a:xfrm>
              <a:off x="0" y="2575080"/>
              <a:ext cx="99360" cy="624600"/>
            </a:xfrm>
            <a:custGeom>
              <a:avLst/>
              <a:gdLst>
                <a:gd name="textAreaLeft" fmla="*/ 0 w 99360"/>
                <a:gd name="textAreaRight" fmla="*/ 100800 w 99360"/>
                <a:gd name="textAreaTop" fmla="*/ 0 h 624600"/>
                <a:gd name="textAreaBottom" fmla="*/ 626040 h 624600"/>
              </a:gdLst>
              <a:ahLst/>
              <a:cxnLst/>
              <a:rect l="textAreaLeft" t="textAreaTop" r="textAreaRight" b="textAreaBottom"/>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336" name="Freeform 12"/>
            <p:cNvSpPr/>
            <p:nvPr/>
          </p:nvSpPr>
          <p:spPr>
            <a:xfrm>
              <a:off x="128520" y="3156480"/>
              <a:ext cx="645120" cy="2320920"/>
            </a:xfrm>
            <a:custGeom>
              <a:avLst/>
              <a:gdLst>
                <a:gd name="textAreaLeft" fmla="*/ 0 w 645120"/>
                <a:gd name="textAreaRight" fmla="*/ 646560 w 645120"/>
                <a:gd name="textAreaTop" fmla="*/ 0 h 2320920"/>
                <a:gd name="textAreaBottom" fmla="*/ 2322360 h 2320920"/>
              </a:gdLst>
              <a:ahLst/>
              <a:cxnLst/>
              <a:rect l="textAreaLeft" t="textAreaTop" r="textAreaRight" b="textAreaBottom"/>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337" name="Freeform 13"/>
            <p:cNvSpPr/>
            <p:nvPr/>
          </p:nvSpPr>
          <p:spPr>
            <a:xfrm>
              <a:off x="807120" y="5447160"/>
              <a:ext cx="608040" cy="1418760"/>
            </a:xfrm>
            <a:custGeom>
              <a:avLst/>
              <a:gdLst>
                <a:gd name="textAreaLeft" fmla="*/ 0 w 608040"/>
                <a:gd name="textAreaRight" fmla="*/ 609480 w 608040"/>
                <a:gd name="textAreaTop" fmla="*/ 0 h 1418760"/>
                <a:gd name="textAreaBottom" fmla="*/ 1420200 h 1418760"/>
              </a:gdLst>
              <a:ahLst/>
              <a:cxnLst/>
              <a:rect l="textAreaLeft" t="textAreaTop" r="textAreaRight" b="textAreaBottom"/>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338" name="Freeform 14"/>
            <p:cNvSpPr/>
            <p:nvPr/>
          </p:nvSpPr>
          <p:spPr>
            <a:xfrm>
              <a:off x="959760" y="6503760"/>
              <a:ext cx="169920" cy="362160"/>
            </a:xfrm>
            <a:custGeom>
              <a:avLst/>
              <a:gdLst>
                <a:gd name="textAreaLeft" fmla="*/ 0 w 169920"/>
                <a:gd name="textAreaRight" fmla="*/ 171360 w 169920"/>
                <a:gd name="textAreaTop" fmla="*/ 0 h 362160"/>
                <a:gd name="textAreaBottom" fmla="*/ 363600 h 362160"/>
              </a:gdLst>
              <a:ahLst/>
              <a:cxnLst/>
              <a:rect l="textAreaLeft" t="textAreaTop" r="textAreaRight" b="textAreaBottom"/>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339" name="Freeform 15"/>
            <p:cNvSpPr/>
            <p:nvPr/>
          </p:nvSpPr>
          <p:spPr>
            <a:xfrm>
              <a:off x="100800" y="3201120"/>
              <a:ext cx="820440" cy="3327120"/>
            </a:xfrm>
            <a:custGeom>
              <a:avLst/>
              <a:gdLst>
                <a:gd name="textAreaLeft" fmla="*/ 0 w 820440"/>
                <a:gd name="textAreaRight" fmla="*/ 821880 w 820440"/>
                <a:gd name="textAreaTop" fmla="*/ 0 h 3327120"/>
                <a:gd name="textAreaBottom" fmla="*/ 3328560 h 3327120"/>
              </a:gdLst>
              <a:ahLst/>
              <a:cxnLst/>
              <a:rect l="textAreaLeft" t="textAreaTop" r="textAreaRight" b="textAreaBottom"/>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340" name="Freeform 16"/>
            <p:cNvSpPr/>
            <p:nvPr/>
          </p:nvSpPr>
          <p:spPr>
            <a:xfrm>
              <a:off x="22320" y="228600"/>
              <a:ext cx="104760" cy="2926440"/>
            </a:xfrm>
            <a:custGeom>
              <a:avLst/>
              <a:gdLst>
                <a:gd name="textAreaLeft" fmla="*/ 0 w 104760"/>
                <a:gd name="textAreaRight" fmla="*/ 106200 w 104760"/>
                <a:gd name="textAreaTop" fmla="*/ 0 h 2926440"/>
                <a:gd name="textAreaBottom" fmla="*/ 2927880 h 2926440"/>
              </a:gdLst>
              <a:ahLst/>
              <a:cxnLst/>
              <a:rect l="textAreaLeft" t="textAreaTop" r="textAreaRight" b="textAreaBottom"/>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341" name="Freeform 17"/>
            <p:cNvSpPr/>
            <p:nvPr/>
          </p:nvSpPr>
          <p:spPr>
            <a:xfrm>
              <a:off x="78120" y="2944080"/>
              <a:ext cx="76680" cy="492480"/>
            </a:xfrm>
            <a:custGeom>
              <a:avLst/>
              <a:gdLst>
                <a:gd name="textAreaLeft" fmla="*/ 0 w 76680"/>
                <a:gd name="textAreaRight" fmla="*/ 78120 w 76680"/>
                <a:gd name="textAreaTop" fmla="*/ 0 h 492480"/>
                <a:gd name="textAreaBottom" fmla="*/ 493920 h 492480"/>
              </a:gdLst>
              <a:ahLst/>
              <a:cxnLst/>
              <a:rect l="textAreaLeft" t="textAreaTop" r="textAreaRight" b="textAreaBottom"/>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342" name="Freeform 18"/>
            <p:cNvSpPr/>
            <p:nvPr/>
          </p:nvSpPr>
          <p:spPr>
            <a:xfrm>
              <a:off x="769680" y="5478840"/>
              <a:ext cx="188640" cy="1023480"/>
            </a:xfrm>
            <a:custGeom>
              <a:avLst/>
              <a:gdLst>
                <a:gd name="textAreaLeft" fmla="*/ 0 w 188640"/>
                <a:gd name="textAreaRight" fmla="*/ 190080 w 188640"/>
                <a:gd name="textAreaTop" fmla="*/ 0 h 1023480"/>
                <a:gd name="textAreaBottom" fmla="*/ 1024920 h 1023480"/>
              </a:gdLst>
              <a:ahLst/>
              <a:cxnLst/>
              <a:rect l="textAreaLeft" t="textAreaTop" r="textAreaRight" b="textAreaBottom"/>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343" name="Freeform 19"/>
            <p:cNvSpPr/>
            <p:nvPr/>
          </p:nvSpPr>
          <p:spPr>
            <a:xfrm>
              <a:off x="775440" y="1398960"/>
              <a:ext cx="2074680" cy="4046760"/>
            </a:xfrm>
            <a:custGeom>
              <a:avLst/>
              <a:gdLst>
                <a:gd name="textAreaLeft" fmla="*/ 0 w 2074680"/>
                <a:gd name="textAreaRight" fmla="*/ 2076120 w 2074680"/>
                <a:gd name="textAreaTop" fmla="*/ 0 h 4046760"/>
                <a:gd name="textAreaBottom" fmla="*/ 4048200 h 4046760"/>
              </a:gdLst>
              <a:ahLst/>
              <a:cxnLst/>
              <a:rect l="textAreaLeft" t="textAreaTop" r="textAreaRight" b="textAreaBottom"/>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344" name="Freeform 20"/>
            <p:cNvSpPr/>
            <p:nvPr/>
          </p:nvSpPr>
          <p:spPr>
            <a:xfrm>
              <a:off x="922680" y="6530040"/>
              <a:ext cx="160560" cy="335880"/>
            </a:xfrm>
            <a:custGeom>
              <a:avLst/>
              <a:gdLst>
                <a:gd name="textAreaLeft" fmla="*/ 0 w 160560"/>
                <a:gd name="textAreaRight" fmla="*/ 162000 w 160560"/>
                <a:gd name="textAreaTop" fmla="*/ 0 h 335880"/>
                <a:gd name="textAreaBottom" fmla="*/ 337320 h 335880"/>
              </a:gdLst>
              <a:ahLst/>
              <a:cxnLst/>
              <a:rect l="textAreaLeft" t="textAreaTop" r="textAreaRight" b="textAreaBottom"/>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345" name="Freeform 21"/>
            <p:cNvSpPr/>
            <p:nvPr/>
          </p:nvSpPr>
          <p:spPr>
            <a:xfrm>
              <a:off x="769680" y="5359320"/>
              <a:ext cx="36000" cy="220320"/>
            </a:xfrm>
            <a:custGeom>
              <a:avLst/>
              <a:gdLst>
                <a:gd name="textAreaLeft" fmla="*/ 0 w 36000"/>
                <a:gd name="textAreaRight" fmla="*/ 37440 w 36000"/>
                <a:gd name="textAreaTop" fmla="*/ 0 h 220320"/>
                <a:gd name="textAreaBottom" fmla="*/ 221760 h 220320"/>
              </a:gdLst>
              <a:ahLst/>
              <a:cxnLst/>
              <a:rect l="textAreaLeft" t="textAreaTop" r="textAreaRight" b="textAreaBottom"/>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346" name="Freeform 22"/>
            <p:cNvSpPr/>
            <p:nvPr/>
          </p:nvSpPr>
          <p:spPr>
            <a:xfrm>
              <a:off x="849960" y="6244560"/>
              <a:ext cx="237240" cy="621000"/>
            </a:xfrm>
            <a:custGeom>
              <a:avLst/>
              <a:gdLst>
                <a:gd name="textAreaLeft" fmla="*/ 0 w 237240"/>
                <a:gd name="textAreaRight" fmla="*/ 238680 w 237240"/>
                <a:gd name="textAreaTop" fmla="*/ 0 h 621000"/>
                <a:gd name="textAreaBottom" fmla="*/ 622440 h 621000"/>
              </a:gdLst>
              <a:ahLst/>
              <a:cxnLst/>
              <a:rect l="textAreaLeft" t="textAreaTop" r="textAreaRight" b="textAreaBottom"/>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grpSp>
      <p:grpSp>
        <p:nvGrpSpPr>
          <p:cNvPr id="347" name="Group 9"/>
          <p:cNvGrpSpPr/>
          <p:nvPr/>
        </p:nvGrpSpPr>
        <p:grpSpPr>
          <a:xfrm>
            <a:off x="27360" y="-720"/>
            <a:ext cx="2355120" cy="6852600"/>
            <a:chOff x="27360" y="-720"/>
            <a:chExt cx="2355120" cy="6852600"/>
          </a:xfrm>
        </p:grpSpPr>
        <p:sp>
          <p:nvSpPr>
            <p:cNvPr id="348" name="Freeform 27"/>
            <p:cNvSpPr/>
            <p:nvPr/>
          </p:nvSpPr>
          <p:spPr>
            <a:xfrm>
              <a:off x="27360" y="-720"/>
              <a:ext cx="492840" cy="4399560"/>
            </a:xfrm>
            <a:custGeom>
              <a:avLst/>
              <a:gdLst>
                <a:gd name="textAreaLeft" fmla="*/ 0 w 492840"/>
                <a:gd name="textAreaRight" fmla="*/ 494280 w 492840"/>
                <a:gd name="textAreaTop" fmla="*/ 0 h 4399560"/>
                <a:gd name="textAreaBottom" fmla="*/ 4401000 h 4399560"/>
              </a:gdLst>
              <a:ahLst/>
              <a:cxnLst/>
              <a:rect l="textAreaLeft" t="textAreaTop" r="textAreaRight" b="textAreaBottom"/>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349" name="Freeform 28"/>
            <p:cNvSpPr/>
            <p:nvPr/>
          </p:nvSpPr>
          <p:spPr>
            <a:xfrm>
              <a:off x="550440" y="4316400"/>
              <a:ext cx="421920" cy="1579320"/>
            </a:xfrm>
            <a:custGeom>
              <a:avLst/>
              <a:gdLst>
                <a:gd name="textAreaLeft" fmla="*/ 0 w 421920"/>
                <a:gd name="textAreaRight" fmla="*/ 423360 w 421920"/>
                <a:gd name="textAreaTop" fmla="*/ 0 h 1579320"/>
                <a:gd name="textAreaBottom" fmla="*/ 1580760 h 1579320"/>
              </a:gdLst>
              <a:ahLst/>
              <a:cxnLst/>
              <a:rect l="textAreaLeft" t="textAreaTop" r="textAreaRight" b="textAreaBottom"/>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350" name="Freeform 29"/>
            <p:cNvSpPr/>
            <p:nvPr/>
          </p:nvSpPr>
          <p:spPr>
            <a:xfrm>
              <a:off x="1006200" y="5862600"/>
              <a:ext cx="429480" cy="989280"/>
            </a:xfrm>
            <a:custGeom>
              <a:avLst/>
              <a:gdLst>
                <a:gd name="textAreaLeft" fmla="*/ 0 w 429480"/>
                <a:gd name="textAreaRight" fmla="*/ 430920 w 429480"/>
                <a:gd name="textAreaTop" fmla="*/ 0 h 989280"/>
                <a:gd name="textAreaBottom" fmla="*/ 990720 h 989280"/>
              </a:gdLst>
              <a:ahLst/>
              <a:cxnLst/>
              <a:rect l="textAreaLeft" t="textAreaTop" r="textAreaRight" b="textAreaBottom"/>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351" name="Freeform 30"/>
            <p:cNvSpPr/>
            <p:nvPr/>
          </p:nvSpPr>
          <p:spPr>
            <a:xfrm>
              <a:off x="521640" y="4364280"/>
              <a:ext cx="550440" cy="2234520"/>
            </a:xfrm>
            <a:custGeom>
              <a:avLst/>
              <a:gdLst>
                <a:gd name="textAreaLeft" fmla="*/ 0 w 550440"/>
                <a:gd name="textAreaRight" fmla="*/ 551880 w 550440"/>
                <a:gd name="textAreaTop" fmla="*/ 0 h 2234520"/>
                <a:gd name="textAreaBottom" fmla="*/ 2235960 h 2234520"/>
              </a:gdLst>
              <a:ahLst/>
              <a:cxnLst/>
              <a:rect l="textAreaLeft" t="textAreaTop" r="textAreaRight" b="textAreaBottom"/>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352" name="Freeform 31"/>
            <p:cNvSpPr/>
            <p:nvPr/>
          </p:nvSpPr>
          <p:spPr>
            <a:xfrm>
              <a:off x="468000" y="1289160"/>
              <a:ext cx="172800" cy="3025800"/>
            </a:xfrm>
            <a:custGeom>
              <a:avLst/>
              <a:gdLst>
                <a:gd name="textAreaLeft" fmla="*/ 0 w 172800"/>
                <a:gd name="textAreaRight" fmla="*/ 174240 w 172800"/>
                <a:gd name="textAreaTop" fmla="*/ 0 h 3025800"/>
                <a:gd name="textAreaBottom" fmla="*/ 3027240 h 3025800"/>
              </a:gdLst>
              <a:ahLst/>
              <a:cxnLst/>
              <a:rect l="textAreaLeft" t="textAreaTop" r="textAreaRight" b="textAreaBottom"/>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353" name="Freeform 32"/>
            <p:cNvSpPr/>
            <p:nvPr/>
          </p:nvSpPr>
          <p:spPr>
            <a:xfrm>
              <a:off x="1111680" y="6571440"/>
              <a:ext cx="132840" cy="280080"/>
            </a:xfrm>
            <a:custGeom>
              <a:avLst/>
              <a:gdLst>
                <a:gd name="textAreaLeft" fmla="*/ 0 w 132840"/>
                <a:gd name="textAreaRight" fmla="*/ 134280 w 132840"/>
                <a:gd name="textAreaTop" fmla="*/ 0 h 280080"/>
                <a:gd name="textAreaBottom" fmla="*/ 281520 h 280080"/>
              </a:gdLst>
              <a:ahLst/>
              <a:cxnLst/>
              <a:rect l="textAreaLeft" t="textAreaTop" r="textAreaRight" b="textAreaBottom"/>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354" name="Freeform 33"/>
            <p:cNvSpPr/>
            <p:nvPr/>
          </p:nvSpPr>
          <p:spPr>
            <a:xfrm>
              <a:off x="502560" y="4107600"/>
              <a:ext cx="81000" cy="510120"/>
            </a:xfrm>
            <a:custGeom>
              <a:avLst/>
              <a:gdLst>
                <a:gd name="textAreaLeft" fmla="*/ 0 w 81000"/>
                <a:gd name="textAreaRight" fmla="*/ 82440 w 81000"/>
                <a:gd name="textAreaTop" fmla="*/ 0 h 510120"/>
                <a:gd name="textAreaBottom" fmla="*/ 511560 h 510120"/>
              </a:gdLst>
              <a:ahLst/>
              <a:cxnLst/>
              <a:rect l="textAreaLeft" t="textAreaTop" r="textAreaRight" b="textAreaBottom"/>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355" name="Freeform 34"/>
            <p:cNvSpPr/>
            <p:nvPr/>
          </p:nvSpPr>
          <p:spPr>
            <a:xfrm>
              <a:off x="973800" y="3145680"/>
              <a:ext cx="1408680" cy="2715480"/>
            </a:xfrm>
            <a:custGeom>
              <a:avLst/>
              <a:gdLst>
                <a:gd name="textAreaLeft" fmla="*/ 0 w 1408680"/>
                <a:gd name="textAreaRight" fmla="*/ 1410120 w 1408680"/>
                <a:gd name="textAreaTop" fmla="*/ 0 h 2715480"/>
                <a:gd name="textAreaBottom" fmla="*/ 2716920 h 2715480"/>
              </a:gdLst>
              <a:ahLst/>
              <a:cxnLst/>
              <a:rect l="textAreaLeft" t="textAreaTop" r="textAreaRight" b="textAreaBottom"/>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356" name="Freeform 35"/>
            <p:cNvSpPr/>
            <p:nvPr/>
          </p:nvSpPr>
          <p:spPr>
            <a:xfrm>
              <a:off x="1073520" y="6600240"/>
              <a:ext cx="119160" cy="251640"/>
            </a:xfrm>
            <a:custGeom>
              <a:avLst/>
              <a:gdLst>
                <a:gd name="textAreaLeft" fmla="*/ 0 w 119160"/>
                <a:gd name="textAreaRight" fmla="*/ 120600 w 119160"/>
                <a:gd name="textAreaTop" fmla="*/ 0 h 251640"/>
                <a:gd name="textAreaBottom" fmla="*/ 253080 h 251640"/>
              </a:gdLst>
              <a:ahLst/>
              <a:cxnLst/>
              <a:rect l="textAreaLeft" t="textAreaTop" r="textAreaRight" b="textAreaBottom"/>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357" name="Freeform 36"/>
            <p:cNvSpPr/>
            <p:nvPr/>
          </p:nvSpPr>
          <p:spPr>
            <a:xfrm>
              <a:off x="973800" y="5897160"/>
              <a:ext cx="136440" cy="672840"/>
            </a:xfrm>
            <a:custGeom>
              <a:avLst/>
              <a:gdLst>
                <a:gd name="textAreaLeft" fmla="*/ 0 w 136440"/>
                <a:gd name="textAreaRight" fmla="*/ 137880 w 136440"/>
                <a:gd name="textAreaTop" fmla="*/ 0 h 672840"/>
                <a:gd name="textAreaBottom" fmla="*/ 674280 h 672840"/>
              </a:gdLst>
              <a:ahLst/>
              <a:cxnLst/>
              <a:rect l="textAreaLeft" t="textAreaTop" r="textAreaRight" b="textAreaBottom"/>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358" name="Freeform 37"/>
            <p:cNvSpPr/>
            <p:nvPr/>
          </p:nvSpPr>
          <p:spPr>
            <a:xfrm>
              <a:off x="973800" y="5772600"/>
              <a:ext cx="36720" cy="226440"/>
            </a:xfrm>
            <a:custGeom>
              <a:avLst/>
              <a:gdLst>
                <a:gd name="textAreaLeft" fmla="*/ 0 w 36720"/>
                <a:gd name="textAreaRight" fmla="*/ 38160 w 36720"/>
                <a:gd name="textAreaTop" fmla="*/ 0 h 226440"/>
                <a:gd name="textAreaBottom" fmla="*/ 227880 h 226440"/>
              </a:gdLst>
              <a:ahLst/>
              <a:cxnLst/>
              <a:rect l="textAreaLeft" t="textAreaTop" r="textAreaRight" b="textAreaBottom"/>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359" name="Freeform 38"/>
            <p:cNvSpPr/>
            <p:nvPr/>
          </p:nvSpPr>
          <p:spPr>
            <a:xfrm>
              <a:off x="1006200" y="6322680"/>
              <a:ext cx="209160" cy="529200"/>
            </a:xfrm>
            <a:custGeom>
              <a:avLst/>
              <a:gdLst>
                <a:gd name="textAreaLeft" fmla="*/ 0 w 209160"/>
                <a:gd name="textAreaRight" fmla="*/ 210600 w 209160"/>
                <a:gd name="textAreaTop" fmla="*/ 0 h 529200"/>
                <a:gd name="textAreaBottom" fmla="*/ 530640 h 529200"/>
              </a:gdLst>
              <a:ahLst/>
              <a:cxnLst/>
              <a:rect l="textAreaLeft" t="textAreaTop" r="textAreaRight" b="textAreaBottom"/>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grpSp>
      <p:sp>
        <p:nvSpPr>
          <p:cNvPr id="360" name="Rectangle 6"/>
          <p:cNvSpPr/>
          <p:nvPr/>
        </p:nvSpPr>
        <p:spPr>
          <a:xfrm>
            <a:off x="0" y="0"/>
            <a:ext cx="181440" cy="6856560"/>
          </a:xfrm>
          <a:prstGeom prst="rect">
            <a:avLst/>
          </a:prstGeom>
          <a:solidFill>
            <a:schemeClr val="tx2"/>
          </a:solidFill>
          <a:ln>
            <a:noFill/>
          </a:ln>
          <a:effectLst>
            <a:outerShdw blurRad="38160" dir="5400000" dist="25560" rotWithShape="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361" name="PlaceHolder 1"/>
          <p:cNvSpPr>
            <a:spLocks noGrp="1"/>
          </p:cNvSpPr>
          <p:nvPr>
            <p:ph type="title"/>
          </p:nvPr>
        </p:nvSpPr>
        <p:spPr>
          <a:xfrm>
            <a:off x="2589120" y="2514600"/>
            <a:ext cx="8913960" cy="2261520"/>
          </a:xfrm>
          <a:prstGeom prst="rect">
            <a:avLst/>
          </a:prstGeom>
          <a:noFill/>
          <a:ln w="0">
            <a:noFill/>
          </a:ln>
        </p:spPr>
        <p:txBody>
          <a:bodyPr lIns="91440" rIns="91440" tIns="45720" bIns="45720" anchor="b">
            <a:normAutofit/>
          </a:bodyPr>
          <a:p>
            <a:pPr indent="0" defTabSz="457200">
              <a:lnSpc>
                <a:spcPct val="100000"/>
              </a:lnSpc>
              <a:buNone/>
              <a:tabLst>
                <a:tab algn="l" pos="0"/>
              </a:tabLst>
            </a:pPr>
            <a:r>
              <a:rPr lang="en-US" sz="5400" b="0" u="none" strike="noStrike">
                <a:solidFill>
                  <a:schemeClr val="dk1">
                    <a:lumMod val="85000"/>
                    <a:lumOff val="15000"/>
                  </a:schemeClr>
                </a:solidFill>
                <a:effectLst/>
                <a:uFillTx/>
                <a:latin typeface="Century Gothic"/>
              </a:rPr>
              <a:t>Click to edit Master title style</a:t>
            </a:r>
            <a:endParaRPr lang="en-US" sz="5400" b="0" u="none" strike="noStrike">
              <a:solidFill>
                <a:srgbClr val="000000"/>
              </a:solidFill>
              <a:effectLst/>
              <a:uFillTx/>
              <a:latin typeface="Arial"/>
            </a:endParaRPr>
          </a:p>
        </p:txBody>
      </p:sp>
      <p:sp>
        <p:nvSpPr>
          <p:cNvPr id="362" name="PlaceHolder 2"/>
          <p:cNvSpPr>
            <a:spLocks noGrp="1"/>
          </p:cNvSpPr>
          <p:nvPr>
            <p:ph type="dt" idx="31"/>
          </p:nvPr>
        </p:nvSpPr>
        <p:spPr>
          <a:xfrm>
            <a:off x="10361520" y="6130440"/>
            <a:ext cx="1144800" cy="3690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US" sz="900" b="0" u="none" strike="noStrike">
                <a:solidFill>
                  <a:schemeClr val="dk1">
                    <a:tint val="75000"/>
                  </a:schemeClr>
                </a:solidFill>
                <a:effectLst/>
                <a:uFillTx/>
                <a:latin typeface="Century Gothic"/>
              </a:defRPr>
            </a:lvl1pPr>
          </a:lstStyle>
          <a:p>
            <a:pPr indent="0" algn="r" defTabSz="457200">
              <a:lnSpc>
                <a:spcPct val="100000"/>
              </a:lnSpc>
              <a:buNone/>
              <a:tabLst>
                <a:tab algn="l" pos="0"/>
              </a:tabLst>
            </a:pPr>
            <a:r>
              <a:rPr lang="en-US" sz="900" b="0" u="none" strike="noStrike">
                <a:solidFill>
                  <a:schemeClr val="dk1">
                    <a:tint val="75000"/>
                  </a:schemeClr>
                </a:solidFill>
                <a:effectLst/>
                <a:uFillTx/>
                <a:latin typeface="Century Gothic"/>
              </a:rPr>
              <a:t>&lt;date/time&gt;</a:t>
            </a:r>
            <a:endParaRPr lang="en-US" sz="900" b="0" u="none" strike="noStrike">
              <a:solidFill>
                <a:srgbClr val="000000"/>
              </a:solidFill>
              <a:effectLst/>
              <a:uFillTx/>
              <a:latin typeface="Times New Roman"/>
            </a:endParaRPr>
          </a:p>
        </p:txBody>
      </p:sp>
      <p:sp>
        <p:nvSpPr>
          <p:cNvPr id="363" name="PlaceHolder 3"/>
          <p:cNvSpPr>
            <a:spLocks noGrp="1"/>
          </p:cNvSpPr>
          <p:nvPr>
            <p:ph type="ftr" idx="32"/>
          </p:nvPr>
        </p:nvSpPr>
        <p:spPr>
          <a:xfrm>
            <a:off x="2589120" y="6135840"/>
            <a:ext cx="7618680" cy="36360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Times New Roman"/>
              </a:defRPr>
            </a:lvl1pPr>
          </a:lstStyle>
          <a:p>
            <a:pPr indent="0" algn="ctr">
              <a:lnSpc>
                <a:spcPct val="100000"/>
              </a:lnSpc>
              <a:buNone/>
              <a:tabLst>
                <a:tab algn="l" pos="0"/>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364" name="Freeform 6"/>
          <p:cNvSpPr/>
          <p:nvPr/>
        </p:nvSpPr>
        <p:spPr>
          <a:xfrm>
            <a:off x="0" y="4323960"/>
            <a:ext cx="1743120" cy="777240"/>
          </a:xfrm>
          <a:custGeom>
            <a:avLst/>
            <a:gdLst>
              <a:gd name="textAreaLeft" fmla="*/ 0 w 1743120"/>
              <a:gd name="textAreaRight" fmla="*/ 1744560 w 1743120"/>
              <a:gd name="textAreaTop" fmla="*/ 0 h 777240"/>
              <a:gd name="textAreaBottom" fmla="*/ 778680 h 777240"/>
            </a:gdLst>
            <a:ahLst/>
            <a:cxnLst/>
            <a:rect l="textAreaLeft" t="textAreaTop" r="textAreaRight" b="textAreaBottom"/>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365" name="PlaceHolder 4"/>
          <p:cNvSpPr>
            <a:spLocks noGrp="1"/>
          </p:cNvSpPr>
          <p:nvPr>
            <p:ph type="sldNum" idx="33"/>
          </p:nvPr>
        </p:nvSpPr>
        <p:spPr>
          <a:xfrm>
            <a:off x="531720" y="4529520"/>
            <a:ext cx="77832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US" sz="2000" b="0" u="none" strike="noStrike">
                <a:solidFill>
                  <a:srgbClr val="feffff"/>
                </a:solidFill>
                <a:effectLst/>
                <a:uFillTx/>
                <a:latin typeface="Century Gothic"/>
              </a:defRPr>
            </a:lvl1pPr>
          </a:lstStyle>
          <a:p>
            <a:pPr indent="0" algn="r" defTabSz="457200">
              <a:lnSpc>
                <a:spcPct val="100000"/>
              </a:lnSpc>
              <a:buNone/>
              <a:tabLst>
                <a:tab algn="l" pos="0"/>
              </a:tabLst>
            </a:pPr>
            <a:fld id="{0715CA43-3F9A-490C-9F08-E69098328EE6}" type="slidenum">
              <a:rPr lang="en-US" sz="2000" b="0" u="none" strike="noStrike">
                <a:solidFill>
                  <a:srgbClr val="feffff"/>
                </a:solidFill>
                <a:effectLst/>
                <a:uFillTx/>
                <a:latin typeface="Century Gothic"/>
              </a:rPr>
              <a:t>&lt;number&gt;</a:t>
            </a:fld>
            <a:endParaRPr lang="en-US" sz="2000" b="0" u="none" strike="noStrike">
              <a:solidFill>
                <a:srgbClr val="000000"/>
              </a:solidFill>
              <a:effectLst/>
              <a:uFillTx/>
              <a:latin typeface="Times New Roman"/>
            </a:endParaRPr>
          </a:p>
        </p:txBody>
      </p:sp>
      <p:sp>
        <p:nvSpPr>
          <p:cNvPr id="366" name="PlaceHolder 5"/>
          <p:cNvSpPr>
            <a:spLocks noGrp="1"/>
          </p:cNvSpPr>
          <p:nvPr>
            <p:ph type="body"/>
          </p:nvPr>
        </p:nvSpPr>
        <p:spPr>
          <a:xfrm>
            <a:off x="609480" y="1604520"/>
            <a:ext cx="10971360" cy="397620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lang="en-US" sz="1800" b="0" u="none" strike="noStrike">
                <a:solidFill>
                  <a:schemeClr val="dk1">
                    <a:lumMod val="75000"/>
                    <a:lumOff val="25000"/>
                  </a:schemeClr>
                </a:solidFill>
                <a:effectLst/>
                <a:uFillTx/>
                <a:latin typeface="Century Gothic"/>
              </a:rPr>
              <a:t>Click to edit the outline text format</a:t>
            </a:r>
            <a:endParaRPr lang="en-US" sz="18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n-US" sz="1400" b="0" u="none" strike="noStrike">
                <a:solidFill>
                  <a:schemeClr val="dk1">
                    <a:lumMod val="75000"/>
                    <a:lumOff val="25000"/>
                  </a:schemeClr>
                </a:solidFill>
                <a:effectLst/>
                <a:uFillTx/>
                <a:latin typeface="Century Gothic"/>
              </a:rPr>
              <a:t>Second Outline Level</a:t>
            </a:r>
            <a:endParaRPr lang="en-US" sz="1400" b="0" u="none" strike="noStrike">
              <a:solidFill>
                <a:srgbClr val="000000"/>
              </a:solidFill>
              <a:effectLst/>
              <a:uFillTx/>
              <a:latin typeface="Arial"/>
            </a:endParaRPr>
          </a:p>
          <a:p>
            <a:pPr marL="1296000" lvl="2" indent="-288000">
              <a:lnSpc>
                <a:spcPct val="100000"/>
              </a:lnSpc>
              <a:spcBef>
                <a:spcPts val="850"/>
              </a:spcBef>
              <a:buClr>
                <a:srgbClr val="000000"/>
              </a:buClr>
              <a:buSzPct val="45000"/>
              <a:buFont typeface="Wingdings" charset="2"/>
              <a:buChar char=""/>
            </a:pPr>
            <a:r>
              <a:rPr lang="en-US" sz="1200" b="0" u="none" strike="noStrike">
                <a:solidFill>
                  <a:schemeClr val="dk1">
                    <a:lumMod val="75000"/>
                    <a:lumOff val="25000"/>
                  </a:schemeClr>
                </a:solidFill>
                <a:effectLst/>
                <a:uFillTx/>
                <a:latin typeface="Century Gothic"/>
              </a:rPr>
              <a:t>Third Outline Level</a:t>
            </a:r>
            <a:endParaRPr lang="en-US" sz="1200" b="0" u="none" strike="noStrike">
              <a:solidFill>
                <a:srgbClr val="000000"/>
              </a:solidFill>
              <a:effectLst/>
              <a:uFillTx/>
              <a:latin typeface="Arial"/>
            </a:endParaRPr>
          </a:p>
          <a:p>
            <a:pPr marL="1728000" lvl="3" indent="-216000">
              <a:lnSpc>
                <a:spcPct val="100000"/>
              </a:lnSpc>
              <a:spcBef>
                <a:spcPts val="567"/>
              </a:spcBef>
              <a:buClr>
                <a:srgbClr val="000000"/>
              </a:buClr>
              <a:buSzPct val="75000"/>
              <a:buFont typeface="Symbol" charset="2"/>
              <a:buChar char=""/>
            </a:pPr>
            <a:r>
              <a:rPr lang="en-US" sz="1200" b="0" u="none" strike="noStrike">
                <a:solidFill>
                  <a:schemeClr val="dk1">
                    <a:lumMod val="75000"/>
                    <a:lumOff val="25000"/>
                  </a:schemeClr>
                </a:solidFill>
                <a:effectLst/>
                <a:uFillTx/>
                <a:latin typeface="Century Gothic"/>
              </a:rPr>
              <a:t>Fourth Outline Level</a:t>
            </a:r>
            <a:endParaRPr lang="en-US" sz="1200" b="0" u="none" strike="noStrike">
              <a:solidFill>
                <a:srgbClr val="000000"/>
              </a:solidFill>
              <a:effectLst/>
              <a:uFillTx/>
              <a:latin typeface="Arial"/>
            </a:endParaRPr>
          </a:p>
          <a:p>
            <a:pPr marL="2160000" lvl="4" indent="-216000">
              <a:lnSpc>
                <a:spcPct val="100000"/>
              </a:lnSpc>
              <a:spcBef>
                <a:spcPts val="283"/>
              </a:spcBef>
              <a:buClr>
                <a:srgbClr val="000000"/>
              </a:buClr>
              <a:buSzPct val="45000"/>
              <a:buFont typeface="Wingdings" charset="2"/>
              <a:buChar char=""/>
            </a:pPr>
            <a:r>
              <a:rPr lang="en-US" sz="2000" b="0" u="none" strike="noStrike">
                <a:solidFill>
                  <a:schemeClr val="dk1">
                    <a:lumMod val="75000"/>
                    <a:lumOff val="25000"/>
                  </a:schemeClr>
                </a:solidFill>
                <a:effectLst/>
                <a:uFillTx/>
                <a:latin typeface="Century Gothic"/>
              </a:rPr>
              <a:t>Fifth Outline Level</a:t>
            </a:r>
            <a:endParaRPr lang="en-US" sz="2000" b="0" u="none" strike="noStrike">
              <a:solidFill>
                <a:srgbClr val="000000"/>
              </a:solidFill>
              <a:effectLst/>
              <a:uFillTx/>
              <a:latin typeface="Arial"/>
            </a:endParaRPr>
          </a:p>
          <a:p>
            <a:pPr marL="2592000" lvl="5" indent="-216000">
              <a:lnSpc>
                <a:spcPct val="100000"/>
              </a:lnSpc>
              <a:spcBef>
                <a:spcPts val="283"/>
              </a:spcBef>
              <a:buClr>
                <a:srgbClr val="000000"/>
              </a:buClr>
              <a:buSzPct val="45000"/>
              <a:buFont typeface="Wingdings" charset="2"/>
              <a:buChar char=""/>
            </a:pPr>
            <a:r>
              <a:rPr lang="en-US" sz="2000" b="0" u="none" strike="noStrike">
                <a:solidFill>
                  <a:schemeClr val="dk1">
                    <a:lumMod val="75000"/>
                    <a:lumOff val="25000"/>
                  </a:schemeClr>
                </a:solidFill>
                <a:effectLst/>
                <a:uFillTx/>
                <a:latin typeface="Century Gothic"/>
              </a:rPr>
              <a:t>Sixth Outline Level</a:t>
            </a:r>
            <a:endParaRPr lang="en-US" sz="2000" b="0" u="none" strike="noStrike">
              <a:solidFill>
                <a:srgbClr val="000000"/>
              </a:solidFill>
              <a:effectLst/>
              <a:uFillTx/>
              <a:latin typeface="Arial"/>
            </a:endParaRPr>
          </a:p>
          <a:p>
            <a:pPr marL="3024000" lvl="6" indent="-216000">
              <a:lnSpc>
                <a:spcPct val="100000"/>
              </a:lnSpc>
              <a:spcBef>
                <a:spcPts val="283"/>
              </a:spcBef>
              <a:buClr>
                <a:srgbClr val="000000"/>
              </a:buClr>
              <a:buSzPct val="45000"/>
              <a:buFont typeface="Wingdings" charset="2"/>
              <a:buChar char=""/>
            </a:pPr>
            <a:r>
              <a:rPr lang="en-US" sz="2000" b="0" u="none" strike="noStrike">
                <a:solidFill>
                  <a:schemeClr val="dk1">
                    <a:lumMod val="75000"/>
                    <a:lumOff val="25000"/>
                  </a:schemeClr>
                </a:solidFill>
                <a:effectLst/>
                <a:uFillTx/>
                <a:latin typeface="Century Gothic"/>
              </a:rPr>
              <a:t>Seventh Outline Level</a:t>
            </a:r>
            <a:endParaRPr lang="en-US" sz="2000" b="0" u="none" strike="noStrike">
              <a:solidFill>
                <a:srgbClr val="000000"/>
              </a:solidFill>
              <a:effectLst/>
              <a:uFillTx/>
              <a:latin typeface="Arial"/>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and Caption">
    <p:bg>
      <p:bgPr>
        <a:gradFill rotWithShape="0">
          <a:gsLst>
            <a:gs pos="0">
              <a:srgbClr val="ffffff"/>
            </a:gs>
            <a:gs pos="100000">
              <a:srgbClr val="dfe7c4"/>
            </a:gs>
          </a:gsLst>
          <a:path path="circle">
            <a:fillToRect l="25000" t="25000" r="75000" b="75000"/>
          </a:path>
        </a:gradFill>
      </p:bgPr>
    </p:bg>
    <p:spTree>
      <p:nvGrpSpPr>
        <p:cNvPr id="1" name=""/>
        <p:cNvGrpSpPr/>
        <p:nvPr/>
      </p:nvGrpSpPr>
      <p:grpSpPr>
        <a:xfrm>
          <a:off x="0" y="0"/>
          <a:ext cx="0" cy="0"/>
          <a:chOff x="0" y="0"/>
          <a:chExt cx="0" cy="0"/>
        </a:xfrm>
      </p:grpSpPr>
      <p:grpSp>
        <p:nvGrpSpPr>
          <p:cNvPr id="367" name="Group 22"/>
          <p:cNvGrpSpPr/>
          <p:nvPr/>
        </p:nvGrpSpPr>
        <p:grpSpPr>
          <a:xfrm>
            <a:off x="0" y="228600"/>
            <a:ext cx="2850120" cy="6637320"/>
            <a:chOff x="0" y="228600"/>
            <a:chExt cx="2850120" cy="6637320"/>
          </a:xfrm>
        </p:grpSpPr>
        <p:sp>
          <p:nvSpPr>
            <p:cNvPr id="368" name="Freeform 11"/>
            <p:cNvSpPr/>
            <p:nvPr/>
          </p:nvSpPr>
          <p:spPr>
            <a:xfrm>
              <a:off x="0" y="2575080"/>
              <a:ext cx="99360" cy="624600"/>
            </a:xfrm>
            <a:custGeom>
              <a:avLst/>
              <a:gdLst>
                <a:gd name="textAreaLeft" fmla="*/ 0 w 99360"/>
                <a:gd name="textAreaRight" fmla="*/ 100800 w 99360"/>
                <a:gd name="textAreaTop" fmla="*/ 0 h 624600"/>
                <a:gd name="textAreaBottom" fmla="*/ 626040 h 624600"/>
              </a:gdLst>
              <a:ahLst/>
              <a:cxnLst/>
              <a:rect l="textAreaLeft" t="textAreaTop" r="textAreaRight" b="textAreaBottom"/>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369" name="Freeform 12"/>
            <p:cNvSpPr/>
            <p:nvPr/>
          </p:nvSpPr>
          <p:spPr>
            <a:xfrm>
              <a:off x="128520" y="3156480"/>
              <a:ext cx="645120" cy="2320920"/>
            </a:xfrm>
            <a:custGeom>
              <a:avLst/>
              <a:gdLst>
                <a:gd name="textAreaLeft" fmla="*/ 0 w 645120"/>
                <a:gd name="textAreaRight" fmla="*/ 646560 w 645120"/>
                <a:gd name="textAreaTop" fmla="*/ 0 h 2320920"/>
                <a:gd name="textAreaBottom" fmla="*/ 2322360 h 2320920"/>
              </a:gdLst>
              <a:ahLst/>
              <a:cxnLst/>
              <a:rect l="textAreaLeft" t="textAreaTop" r="textAreaRight" b="textAreaBottom"/>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370" name="Freeform 13"/>
            <p:cNvSpPr/>
            <p:nvPr/>
          </p:nvSpPr>
          <p:spPr>
            <a:xfrm>
              <a:off x="807120" y="5447160"/>
              <a:ext cx="608040" cy="1418760"/>
            </a:xfrm>
            <a:custGeom>
              <a:avLst/>
              <a:gdLst>
                <a:gd name="textAreaLeft" fmla="*/ 0 w 608040"/>
                <a:gd name="textAreaRight" fmla="*/ 609480 w 608040"/>
                <a:gd name="textAreaTop" fmla="*/ 0 h 1418760"/>
                <a:gd name="textAreaBottom" fmla="*/ 1420200 h 1418760"/>
              </a:gdLst>
              <a:ahLst/>
              <a:cxnLst/>
              <a:rect l="textAreaLeft" t="textAreaTop" r="textAreaRight" b="textAreaBottom"/>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371" name="Freeform 14"/>
            <p:cNvSpPr/>
            <p:nvPr/>
          </p:nvSpPr>
          <p:spPr>
            <a:xfrm>
              <a:off x="959760" y="6503760"/>
              <a:ext cx="169920" cy="362160"/>
            </a:xfrm>
            <a:custGeom>
              <a:avLst/>
              <a:gdLst>
                <a:gd name="textAreaLeft" fmla="*/ 0 w 169920"/>
                <a:gd name="textAreaRight" fmla="*/ 171360 w 169920"/>
                <a:gd name="textAreaTop" fmla="*/ 0 h 362160"/>
                <a:gd name="textAreaBottom" fmla="*/ 363600 h 362160"/>
              </a:gdLst>
              <a:ahLst/>
              <a:cxnLst/>
              <a:rect l="textAreaLeft" t="textAreaTop" r="textAreaRight" b="textAreaBottom"/>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372" name="Freeform 15"/>
            <p:cNvSpPr/>
            <p:nvPr/>
          </p:nvSpPr>
          <p:spPr>
            <a:xfrm>
              <a:off x="100800" y="3201120"/>
              <a:ext cx="820440" cy="3327120"/>
            </a:xfrm>
            <a:custGeom>
              <a:avLst/>
              <a:gdLst>
                <a:gd name="textAreaLeft" fmla="*/ 0 w 820440"/>
                <a:gd name="textAreaRight" fmla="*/ 821880 w 820440"/>
                <a:gd name="textAreaTop" fmla="*/ 0 h 3327120"/>
                <a:gd name="textAreaBottom" fmla="*/ 3328560 h 3327120"/>
              </a:gdLst>
              <a:ahLst/>
              <a:cxnLst/>
              <a:rect l="textAreaLeft" t="textAreaTop" r="textAreaRight" b="textAreaBottom"/>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373" name="Freeform 16"/>
            <p:cNvSpPr/>
            <p:nvPr/>
          </p:nvSpPr>
          <p:spPr>
            <a:xfrm>
              <a:off x="22320" y="228600"/>
              <a:ext cx="104760" cy="2926440"/>
            </a:xfrm>
            <a:custGeom>
              <a:avLst/>
              <a:gdLst>
                <a:gd name="textAreaLeft" fmla="*/ 0 w 104760"/>
                <a:gd name="textAreaRight" fmla="*/ 106200 w 104760"/>
                <a:gd name="textAreaTop" fmla="*/ 0 h 2926440"/>
                <a:gd name="textAreaBottom" fmla="*/ 2927880 h 2926440"/>
              </a:gdLst>
              <a:ahLst/>
              <a:cxnLst/>
              <a:rect l="textAreaLeft" t="textAreaTop" r="textAreaRight" b="textAreaBottom"/>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374" name="Freeform 17"/>
            <p:cNvSpPr/>
            <p:nvPr/>
          </p:nvSpPr>
          <p:spPr>
            <a:xfrm>
              <a:off x="78120" y="2944080"/>
              <a:ext cx="76680" cy="492480"/>
            </a:xfrm>
            <a:custGeom>
              <a:avLst/>
              <a:gdLst>
                <a:gd name="textAreaLeft" fmla="*/ 0 w 76680"/>
                <a:gd name="textAreaRight" fmla="*/ 78120 w 76680"/>
                <a:gd name="textAreaTop" fmla="*/ 0 h 492480"/>
                <a:gd name="textAreaBottom" fmla="*/ 493920 h 492480"/>
              </a:gdLst>
              <a:ahLst/>
              <a:cxnLst/>
              <a:rect l="textAreaLeft" t="textAreaTop" r="textAreaRight" b="textAreaBottom"/>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375" name="Freeform 18"/>
            <p:cNvSpPr/>
            <p:nvPr/>
          </p:nvSpPr>
          <p:spPr>
            <a:xfrm>
              <a:off x="769680" y="5478840"/>
              <a:ext cx="188640" cy="1023480"/>
            </a:xfrm>
            <a:custGeom>
              <a:avLst/>
              <a:gdLst>
                <a:gd name="textAreaLeft" fmla="*/ 0 w 188640"/>
                <a:gd name="textAreaRight" fmla="*/ 190080 w 188640"/>
                <a:gd name="textAreaTop" fmla="*/ 0 h 1023480"/>
                <a:gd name="textAreaBottom" fmla="*/ 1024920 h 1023480"/>
              </a:gdLst>
              <a:ahLst/>
              <a:cxnLst/>
              <a:rect l="textAreaLeft" t="textAreaTop" r="textAreaRight" b="textAreaBottom"/>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376" name="Freeform 19"/>
            <p:cNvSpPr/>
            <p:nvPr/>
          </p:nvSpPr>
          <p:spPr>
            <a:xfrm>
              <a:off x="775440" y="1398960"/>
              <a:ext cx="2074680" cy="4046760"/>
            </a:xfrm>
            <a:custGeom>
              <a:avLst/>
              <a:gdLst>
                <a:gd name="textAreaLeft" fmla="*/ 0 w 2074680"/>
                <a:gd name="textAreaRight" fmla="*/ 2076120 w 2074680"/>
                <a:gd name="textAreaTop" fmla="*/ 0 h 4046760"/>
                <a:gd name="textAreaBottom" fmla="*/ 4048200 h 4046760"/>
              </a:gdLst>
              <a:ahLst/>
              <a:cxnLst/>
              <a:rect l="textAreaLeft" t="textAreaTop" r="textAreaRight" b="textAreaBottom"/>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377" name="Freeform 20"/>
            <p:cNvSpPr/>
            <p:nvPr/>
          </p:nvSpPr>
          <p:spPr>
            <a:xfrm>
              <a:off x="922680" y="6530040"/>
              <a:ext cx="160560" cy="335880"/>
            </a:xfrm>
            <a:custGeom>
              <a:avLst/>
              <a:gdLst>
                <a:gd name="textAreaLeft" fmla="*/ 0 w 160560"/>
                <a:gd name="textAreaRight" fmla="*/ 162000 w 160560"/>
                <a:gd name="textAreaTop" fmla="*/ 0 h 335880"/>
                <a:gd name="textAreaBottom" fmla="*/ 337320 h 335880"/>
              </a:gdLst>
              <a:ahLst/>
              <a:cxnLst/>
              <a:rect l="textAreaLeft" t="textAreaTop" r="textAreaRight" b="textAreaBottom"/>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378" name="Freeform 21"/>
            <p:cNvSpPr/>
            <p:nvPr/>
          </p:nvSpPr>
          <p:spPr>
            <a:xfrm>
              <a:off x="769680" y="5359320"/>
              <a:ext cx="36000" cy="220320"/>
            </a:xfrm>
            <a:custGeom>
              <a:avLst/>
              <a:gdLst>
                <a:gd name="textAreaLeft" fmla="*/ 0 w 36000"/>
                <a:gd name="textAreaRight" fmla="*/ 37440 w 36000"/>
                <a:gd name="textAreaTop" fmla="*/ 0 h 220320"/>
                <a:gd name="textAreaBottom" fmla="*/ 221760 h 220320"/>
              </a:gdLst>
              <a:ahLst/>
              <a:cxnLst/>
              <a:rect l="textAreaLeft" t="textAreaTop" r="textAreaRight" b="textAreaBottom"/>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379" name="Freeform 22"/>
            <p:cNvSpPr/>
            <p:nvPr/>
          </p:nvSpPr>
          <p:spPr>
            <a:xfrm>
              <a:off x="849960" y="6244560"/>
              <a:ext cx="237240" cy="621000"/>
            </a:xfrm>
            <a:custGeom>
              <a:avLst/>
              <a:gdLst>
                <a:gd name="textAreaLeft" fmla="*/ 0 w 237240"/>
                <a:gd name="textAreaRight" fmla="*/ 238680 w 237240"/>
                <a:gd name="textAreaTop" fmla="*/ 0 h 621000"/>
                <a:gd name="textAreaBottom" fmla="*/ 622440 h 621000"/>
              </a:gdLst>
              <a:ahLst/>
              <a:cxnLst/>
              <a:rect l="textAreaLeft" t="textAreaTop" r="textAreaRight" b="textAreaBottom"/>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grpSp>
      <p:grpSp>
        <p:nvGrpSpPr>
          <p:cNvPr id="380" name="Group 9"/>
          <p:cNvGrpSpPr/>
          <p:nvPr/>
        </p:nvGrpSpPr>
        <p:grpSpPr>
          <a:xfrm>
            <a:off x="27360" y="-720"/>
            <a:ext cx="2355120" cy="6852600"/>
            <a:chOff x="27360" y="-720"/>
            <a:chExt cx="2355120" cy="6852600"/>
          </a:xfrm>
        </p:grpSpPr>
        <p:sp>
          <p:nvSpPr>
            <p:cNvPr id="381" name="Freeform 27"/>
            <p:cNvSpPr/>
            <p:nvPr/>
          </p:nvSpPr>
          <p:spPr>
            <a:xfrm>
              <a:off x="27360" y="-720"/>
              <a:ext cx="492840" cy="4399560"/>
            </a:xfrm>
            <a:custGeom>
              <a:avLst/>
              <a:gdLst>
                <a:gd name="textAreaLeft" fmla="*/ 0 w 492840"/>
                <a:gd name="textAreaRight" fmla="*/ 494280 w 492840"/>
                <a:gd name="textAreaTop" fmla="*/ 0 h 4399560"/>
                <a:gd name="textAreaBottom" fmla="*/ 4401000 h 4399560"/>
              </a:gdLst>
              <a:ahLst/>
              <a:cxnLst/>
              <a:rect l="textAreaLeft" t="textAreaTop" r="textAreaRight" b="textAreaBottom"/>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382" name="Freeform 28"/>
            <p:cNvSpPr/>
            <p:nvPr/>
          </p:nvSpPr>
          <p:spPr>
            <a:xfrm>
              <a:off x="550440" y="4316400"/>
              <a:ext cx="421920" cy="1579320"/>
            </a:xfrm>
            <a:custGeom>
              <a:avLst/>
              <a:gdLst>
                <a:gd name="textAreaLeft" fmla="*/ 0 w 421920"/>
                <a:gd name="textAreaRight" fmla="*/ 423360 w 421920"/>
                <a:gd name="textAreaTop" fmla="*/ 0 h 1579320"/>
                <a:gd name="textAreaBottom" fmla="*/ 1580760 h 1579320"/>
              </a:gdLst>
              <a:ahLst/>
              <a:cxnLst/>
              <a:rect l="textAreaLeft" t="textAreaTop" r="textAreaRight" b="textAreaBottom"/>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383" name="Freeform 29"/>
            <p:cNvSpPr/>
            <p:nvPr/>
          </p:nvSpPr>
          <p:spPr>
            <a:xfrm>
              <a:off x="1006200" y="5862600"/>
              <a:ext cx="429480" cy="989280"/>
            </a:xfrm>
            <a:custGeom>
              <a:avLst/>
              <a:gdLst>
                <a:gd name="textAreaLeft" fmla="*/ 0 w 429480"/>
                <a:gd name="textAreaRight" fmla="*/ 430920 w 429480"/>
                <a:gd name="textAreaTop" fmla="*/ 0 h 989280"/>
                <a:gd name="textAreaBottom" fmla="*/ 990720 h 989280"/>
              </a:gdLst>
              <a:ahLst/>
              <a:cxnLst/>
              <a:rect l="textAreaLeft" t="textAreaTop" r="textAreaRight" b="textAreaBottom"/>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384" name="Freeform 30"/>
            <p:cNvSpPr/>
            <p:nvPr/>
          </p:nvSpPr>
          <p:spPr>
            <a:xfrm>
              <a:off x="521640" y="4364280"/>
              <a:ext cx="550440" cy="2234520"/>
            </a:xfrm>
            <a:custGeom>
              <a:avLst/>
              <a:gdLst>
                <a:gd name="textAreaLeft" fmla="*/ 0 w 550440"/>
                <a:gd name="textAreaRight" fmla="*/ 551880 w 550440"/>
                <a:gd name="textAreaTop" fmla="*/ 0 h 2234520"/>
                <a:gd name="textAreaBottom" fmla="*/ 2235960 h 2234520"/>
              </a:gdLst>
              <a:ahLst/>
              <a:cxnLst/>
              <a:rect l="textAreaLeft" t="textAreaTop" r="textAreaRight" b="textAreaBottom"/>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385" name="Freeform 31"/>
            <p:cNvSpPr/>
            <p:nvPr/>
          </p:nvSpPr>
          <p:spPr>
            <a:xfrm>
              <a:off x="468000" y="1289160"/>
              <a:ext cx="172800" cy="3025800"/>
            </a:xfrm>
            <a:custGeom>
              <a:avLst/>
              <a:gdLst>
                <a:gd name="textAreaLeft" fmla="*/ 0 w 172800"/>
                <a:gd name="textAreaRight" fmla="*/ 174240 w 172800"/>
                <a:gd name="textAreaTop" fmla="*/ 0 h 3025800"/>
                <a:gd name="textAreaBottom" fmla="*/ 3027240 h 3025800"/>
              </a:gdLst>
              <a:ahLst/>
              <a:cxnLst/>
              <a:rect l="textAreaLeft" t="textAreaTop" r="textAreaRight" b="textAreaBottom"/>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386" name="Freeform 32"/>
            <p:cNvSpPr/>
            <p:nvPr/>
          </p:nvSpPr>
          <p:spPr>
            <a:xfrm>
              <a:off x="1111680" y="6571440"/>
              <a:ext cx="132840" cy="280080"/>
            </a:xfrm>
            <a:custGeom>
              <a:avLst/>
              <a:gdLst>
                <a:gd name="textAreaLeft" fmla="*/ 0 w 132840"/>
                <a:gd name="textAreaRight" fmla="*/ 134280 w 132840"/>
                <a:gd name="textAreaTop" fmla="*/ 0 h 280080"/>
                <a:gd name="textAreaBottom" fmla="*/ 281520 h 280080"/>
              </a:gdLst>
              <a:ahLst/>
              <a:cxnLst/>
              <a:rect l="textAreaLeft" t="textAreaTop" r="textAreaRight" b="textAreaBottom"/>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387" name="Freeform 33"/>
            <p:cNvSpPr/>
            <p:nvPr/>
          </p:nvSpPr>
          <p:spPr>
            <a:xfrm>
              <a:off x="502560" y="4107600"/>
              <a:ext cx="81000" cy="510120"/>
            </a:xfrm>
            <a:custGeom>
              <a:avLst/>
              <a:gdLst>
                <a:gd name="textAreaLeft" fmla="*/ 0 w 81000"/>
                <a:gd name="textAreaRight" fmla="*/ 82440 w 81000"/>
                <a:gd name="textAreaTop" fmla="*/ 0 h 510120"/>
                <a:gd name="textAreaBottom" fmla="*/ 511560 h 510120"/>
              </a:gdLst>
              <a:ahLst/>
              <a:cxnLst/>
              <a:rect l="textAreaLeft" t="textAreaTop" r="textAreaRight" b="textAreaBottom"/>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388" name="Freeform 34"/>
            <p:cNvSpPr/>
            <p:nvPr/>
          </p:nvSpPr>
          <p:spPr>
            <a:xfrm>
              <a:off x="973800" y="3145680"/>
              <a:ext cx="1408680" cy="2715480"/>
            </a:xfrm>
            <a:custGeom>
              <a:avLst/>
              <a:gdLst>
                <a:gd name="textAreaLeft" fmla="*/ 0 w 1408680"/>
                <a:gd name="textAreaRight" fmla="*/ 1410120 w 1408680"/>
                <a:gd name="textAreaTop" fmla="*/ 0 h 2715480"/>
                <a:gd name="textAreaBottom" fmla="*/ 2716920 h 2715480"/>
              </a:gdLst>
              <a:ahLst/>
              <a:cxnLst/>
              <a:rect l="textAreaLeft" t="textAreaTop" r="textAreaRight" b="textAreaBottom"/>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389" name="Freeform 35"/>
            <p:cNvSpPr/>
            <p:nvPr/>
          </p:nvSpPr>
          <p:spPr>
            <a:xfrm>
              <a:off x="1073520" y="6600240"/>
              <a:ext cx="119160" cy="251640"/>
            </a:xfrm>
            <a:custGeom>
              <a:avLst/>
              <a:gdLst>
                <a:gd name="textAreaLeft" fmla="*/ 0 w 119160"/>
                <a:gd name="textAreaRight" fmla="*/ 120600 w 119160"/>
                <a:gd name="textAreaTop" fmla="*/ 0 h 251640"/>
                <a:gd name="textAreaBottom" fmla="*/ 253080 h 251640"/>
              </a:gdLst>
              <a:ahLst/>
              <a:cxnLst/>
              <a:rect l="textAreaLeft" t="textAreaTop" r="textAreaRight" b="textAreaBottom"/>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390" name="Freeform 36"/>
            <p:cNvSpPr/>
            <p:nvPr/>
          </p:nvSpPr>
          <p:spPr>
            <a:xfrm>
              <a:off x="973800" y="5897160"/>
              <a:ext cx="136440" cy="672840"/>
            </a:xfrm>
            <a:custGeom>
              <a:avLst/>
              <a:gdLst>
                <a:gd name="textAreaLeft" fmla="*/ 0 w 136440"/>
                <a:gd name="textAreaRight" fmla="*/ 137880 w 136440"/>
                <a:gd name="textAreaTop" fmla="*/ 0 h 672840"/>
                <a:gd name="textAreaBottom" fmla="*/ 674280 h 672840"/>
              </a:gdLst>
              <a:ahLst/>
              <a:cxnLst/>
              <a:rect l="textAreaLeft" t="textAreaTop" r="textAreaRight" b="textAreaBottom"/>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391" name="Freeform 37"/>
            <p:cNvSpPr/>
            <p:nvPr/>
          </p:nvSpPr>
          <p:spPr>
            <a:xfrm>
              <a:off x="973800" y="5772600"/>
              <a:ext cx="36720" cy="226440"/>
            </a:xfrm>
            <a:custGeom>
              <a:avLst/>
              <a:gdLst>
                <a:gd name="textAreaLeft" fmla="*/ 0 w 36720"/>
                <a:gd name="textAreaRight" fmla="*/ 38160 w 36720"/>
                <a:gd name="textAreaTop" fmla="*/ 0 h 226440"/>
                <a:gd name="textAreaBottom" fmla="*/ 227880 h 226440"/>
              </a:gdLst>
              <a:ahLst/>
              <a:cxnLst/>
              <a:rect l="textAreaLeft" t="textAreaTop" r="textAreaRight" b="textAreaBottom"/>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392" name="Freeform 38"/>
            <p:cNvSpPr/>
            <p:nvPr/>
          </p:nvSpPr>
          <p:spPr>
            <a:xfrm>
              <a:off x="1006200" y="6322680"/>
              <a:ext cx="209160" cy="529200"/>
            </a:xfrm>
            <a:custGeom>
              <a:avLst/>
              <a:gdLst>
                <a:gd name="textAreaLeft" fmla="*/ 0 w 209160"/>
                <a:gd name="textAreaRight" fmla="*/ 210600 w 209160"/>
                <a:gd name="textAreaTop" fmla="*/ 0 h 529200"/>
                <a:gd name="textAreaBottom" fmla="*/ 530640 h 529200"/>
              </a:gdLst>
              <a:ahLst/>
              <a:cxnLst/>
              <a:rect l="textAreaLeft" t="textAreaTop" r="textAreaRight" b="textAreaBottom"/>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grpSp>
      <p:sp>
        <p:nvSpPr>
          <p:cNvPr id="393" name="Rectangle 6"/>
          <p:cNvSpPr/>
          <p:nvPr/>
        </p:nvSpPr>
        <p:spPr>
          <a:xfrm>
            <a:off x="0" y="0"/>
            <a:ext cx="181440" cy="6856560"/>
          </a:xfrm>
          <a:prstGeom prst="rect">
            <a:avLst/>
          </a:prstGeom>
          <a:solidFill>
            <a:schemeClr val="tx2"/>
          </a:solidFill>
          <a:ln>
            <a:noFill/>
          </a:ln>
          <a:effectLst>
            <a:outerShdw blurRad="38160" dir="5400000" dist="25560" rotWithShape="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394" name="PlaceHolder 1"/>
          <p:cNvSpPr>
            <a:spLocks noGrp="1"/>
          </p:cNvSpPr>
          <p:nvPr>
            <p:ph type="title"/>
          </p:nvPr>
        </p:nvSpPr>
        <p:spPr>
          <a:xfrm>
            <a:off x="2589120" y="609480"/>
            <a:ext cx="8913960" cy="3115440"/>
          </a:xfrm>
          <a:prstGeom prst="rect">
            <a:avLst/>
          </a:prstGeom>
          <a:noFill/>
          <a:ln w="0">
            <a:noFill/>
          </a:ln>
        </p:spPr>
        <p:txBody>
          <a:bodyPr lIns="91440" rIns="91440" tIns="45720" bIns="45720" anchor="ctr">
            <a:normAutofit/>
          </a:bodyPr>
          <a:p>
            <a:pPr indent="0" defTabSz="457200">
              <a:lnSpc>
                <a:spcPct val="100000"/>
              </a:lnSpc>
              <a:buNone/>
              <a:tabLst>
                <a:tab algn="l" pos="0"/>
              </a:tabLst>
            </a:pPr>
            <a:r>
              <a:rPr lang="en-US" sz="4800" b="0" u="none" strike="noStrike">
                <a:solidFill>
                  <a:schemeClr val="dk1">
                    <a:lumMod val="85000"/>
                    <a:lumOff val="15000"/>
                  </a:schemeClr>
                </a:solidFill>
                <a:effectLst/>
                <a:uFillTx/>
                <a:latin typeface="Century Gothic"/>
              </a:rPr>
              <a:t>Click to edit Master title style</a:t>
            </a:r>
            <a:endParaRPr lang="en-US" sz="4800" b="0" u="none" strike="noStrike">
              <a:solidFill>
                <a:srgbClr val="000000"/>
              </a:solidFill>
              <a:effectLst/>
              <a:uFillTx/>
              <a:latin typeface="Arial"/>
            </a:endParaRPr>
          </a:p>
        </p:txBody>
      </p:sp>
      <p:sp>
        <p:nvSpPr>
          <p:cNvPr id="395" name="PlaceHolder 2"/>
          <p:cNvSpPr>
            <a:spLocks noGrp="1"/>
          </p:cNvSpPr>
          <p:nvPr>
            <p:ph type="body"/>
          </p:nvPr>
        </p:nvSpPr>
        <p:spPr>
          <a:xfrm>
            <a:off x="2589120" y="4354200"/>
            <a:ext cx="8913960" cy="1554480"/>
          </a:xfrm>
          <a:prstGeom prst="rect">
            <a:avLst/>
          </a:prstGeom>
          <a:noFill/>
          <a:ln w="0">
            <a:noFill/>
          </a:ln>
        </p:spPr>
        <p:txBody>
          <a:bodyPr lIns="91440" rIns="91440" tIns="45720" bIns="45720" anchor="ctr">
            <a:normAutofit/>
          </a:bodyPr>
          <a:p>
            <a:pPr indent="0" defTabSz="457200">
              <a:lnSpc>
                <a:spcPct val="100000"/>
              </a:lnSpc>
              <a:spcBef>
                <a:spcPts val="1001"/>
              </a:spcBef>
              <a:buNone/>
              <a:tabLst>
                <a:tab algn="l" pos="0"/>
              </a:tabLst>
            </a:pPr>
            <a:r>
              <a:rPr lang="en-US" sz="1800" b="0" u="none" strike="noStrike">
                <a:solidFill>
                  <a:schemeClr val="dk1">
                    <a:lumMod val="65000"/>
                    <a:lumOff val="35000"/>
                  </a:schemeClr>
                </a:solidFill>
                <a:effectLst/>
                <a:uFillTx/>
                <a:latin typeface="Century Gothic"/>
              </a:rPr>
              <a:t>Click to edit Master text styles</a:t>
            </a:r>
            <a:endParaRPr lang="en-US" sz="1800" b="0" u="none" strike="noStrike">
              <a:solidFill>
                <a:srgbClr val="000000"/>
              </a:solidFill>
              <a:effectLst/>
              <a:uFillTx/>
              <a:latin typeface="Arial"/>
            </a:endParaRPr>
          </a:p>
        </p:txBody>
      </p:sp>
      <p:sp>
        <p:nvSpPr>
          <p:cNvPr id="396" name="PlaceHolder 3"/>
          <p:cNvSpPr>
            <a:spLocks noGrp="1"/>
          </p:cNvSpPr>
          <p:nvPr>
            <p:ph type="dt" idx="34"/>
          </p:nvPr>
        </p:nvSpPr>
        <p:spPr>
          <a:xfrm>
            <a:off x="10361520" y="6130440"/>
            <a:ext cx="1144800" cy="3690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US" sz="900" b="0" u="none" strike="noStrike">
                <a:solidFill>
                  <a:schemeClr val="dk1">
                    <a:tint val="75000"/>
                  </a:schemeClr>
                </a:solidFill>
                <a:effectLst/>
                <a:uFillTx/>
                <a:latin typeface="Century Gothic"/>
              </a:defRPr>
            </a:lvl1pPr>
          </a:lstStyle>
          <a:p>
            <a:pPr indent="0" algn="r" defTabSz="457200">
              <a:lnSpc>
                <a:spcPct val="100000"/>
              </a:lnSpc>
              <a:buNone/>
              <a:tabLst>
                <a:tab algn="l" pos="0"/>
              </a:tabLst>
            </a:pPr>
            <a:r>
              <a:rPr lang="en-US" sz="900" b="0" u="none" strike="noStrike">
                <a:solidFill>
                  <a:schemeClr val="dk1">
                    <a:tint val="75000"/>
                  </a:schemeClr>
                </a:solidFill>
                <a:effectLst/>
                <a:uFillTx/>
                <a:latin typeface="Century Gothic"/>
              </a:rPr>
              <a:t>&lt;date/time&gt;</a:t>
            </a:r>
            <a:endParaRPr lang="en-US" sz="900" b="0" u="none" strike="noStrike">
              <a:solidFill>
                <a:srgbClr val="000000"/>
              </a:solidFill>
              <a:effectLst/>
              <a:uFillTx/>
              <a:latin typeface="Times New Roman"/>
            </a:endParaRPr>
          </a:p>
        </p:txBody>
      </p:sp>
      <p:sp>
        <p:nvSpPr>
          <p:cNvPr id="397" name="PlaceHolder 4"/>
          <p:cNvSpPr>
            <a:spLocks noGrp="1"/>
          </p:cNvSpPr>
          <p:nvPr>
            <p:ph type="ftr" idx="35"/>
          </p:nvPr>
        </p:nvSpPr>
        <p:spPr>
          <a:xfrm>
            <a:off x="2589120" y="6135840"/>
            <a:ext cx="7618680" cy="36360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Times New Roman"/>
              </a:defRPr>
            </a:lvl1pPr>
          </a:lstStyle>
          <a:p>
            <a:pPr indent="0" algn="ctr">
              <a:lnSpc>
                <a:spcPct val="100000"/>
              </a:lnSpc>
              <a:buNone/>
              <a:tabLst>
                <a:tab algn="l" pos="0"/>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398" name="Freeform 11"/>
          <p:cNvSpPr/>
          <p:nvPr/>
        </p:nvSpPr>
        <p:spPr>
          <a:xfrm flipV="1">
            <a:off x="-2880" y="3176640"/>
            <a:ext cx="1587240" cy="505800"/>
          </a:xfrm>
          <a:custGeom>
            <a:avLst/>
            <a:gdLst>
              <a:gd name="textAreaLeft" fmla="*/ 0 w 1587240"/>
              <a:gd name="textAreaRight" fmla="*/ 1588680 w 1587240"/>
              <a:gd name="textAreaTop" fmla="*/ 720 h 505800"/>
              <a:gd name="textAreaBottom" fmla="*/ 507960 h 505800"/>
            </a:gdLst>
            <a:ahLst/>
            <a:cxnLst/>
            <a:rect l="textAreaLeft" t="textAreaTop" r="textAreaRight" b="textAreaBottom"/>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399" name="PlaceHolder 5"/>
          <p:cNvSpPr>
            <a:spLocks noGrp="1"/>
          </p:cNvSpPr>
          <p:nvPr>
            <p:ph type="sldNum" idx="36"/>
          </p:nvPr>
        </p:nvSpPr>
        <p:spPr>
          <a:xfrm>
            <a:off x="531720" y="3243960"/>
            <a:ext cx="77832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US" sz="2000" b="0" u="none" strike="noStrike">
                <a:solidFill>
                  <a:srgbClr val="feffff"/>
                </a:solidFill>
                <a:effectLst/>
                <a:uFillTx/>
                <a:latin typeface="Century Gothic"/>
              </a:defRPr>
            </a:lvl1pPr>
          </a:lstStyle>
          <a:p>
            <a:pPr indent="0" algn="r" defTabSz="457200">
              <a:lnSpc>
                <a:spcPct val="100000"/>
              </a:lnSpc>
              <a:buNone/>
              <a:tabLst>
                <a:tab algn="l" pos="0"/>
              </a:tabLst>
            </a:pPr>
            <a:fld id="{9CA5DB0F-910F-4D09-B60E-93B0FA3C5AC3}" type="slidenum">
              <a:rPr lang="en-US" sz="2000" b="0" u="none" strike="noStrike">
                <a:solidFill>
                  <a:srgbClr val="feffff"/>
                </a:solidFill>
                <a:effectLst/>
                <a:uFillTx/>
                <a:latin typeface="Century Gothic"/>
              </a:rPr>
              <a:t>&lt;number&gt;</a:t>
            </a:fld>
            <a:endParaRPr lang="en-US" sz="2000" b="0" u="none" strike="noStrike">
              <a:solidFill>
                <a:srgbClr val="000000"/>
              </a:solidFill>
              <a:effectLst/>
              <a:uFillTx/>
              <a:latin typeface="Times New Roman"/>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Quote with Caption">
    <p:bg>
      <p:bgPr>
        <a:gradFill rotWithShape="0">
          <a:gsLst>
            <a:gs pos="0">
              <a:srgbClr val="ffffff"/>
            </a:gs>
            <a:gs pos="100000">
              <a:srgbClr val="dfe7c4"/>
            </a:gs>
          </a:gsLst>
          <a:path path="circle">
            <a:fillToRect l="25000" t="25000" r="75000" b="75000"/>
          </a:path>
        </a:gradFill>
      </p:bgPr>
    </p:bg>
    <p:spTree>
      <p:nvGrpSpPr>
        <p:cNvPr id="1" name=""/>
        <p:cNvGrpSpPr/>
        <p:nvPr/>
      </p:nvGrpSpPr>
      <p:grpSpPr>
        <a:xfrm>
          <a:off x="0" y="0"/>
          <a:ext cx="0" cy="0"/>
          <a:chOff x="0" y="0"/>
          <a:chExt cx="0" cy="0"/>
        </a:xfrm>
      </p:grpSpPr>
      <p:grpSp>
        <p:nvGrpSpPr>
          <p:cNvPr id="400" name="Group 22"/>
          <p:cNvGrpSpPr/>
          <p:nvPr/>
        </p:nvGrpSpPr>
        <p:grpSpPr>
          <a:xfrm>
            <a:off x="0" y="228600"/>
            <a:ext cx="2850120" cy="6637320"/>
            <a:chOff x="0" y="228600"/>
            <a:chExt cx="2850120" cy="6637320"/>
          </a:xfrm>
        </p:grpSpPr>
        <p:sp>
          <p:nvSpPr>
            <p:cNvPr id="401" name="Freeform 11"/>
            <p:cNvSpPr/>
            <p:nvPr/>
          </p:nvSpPr>
          <p:spPr>
            <a:xfrm>
              <a:off x="0" y="2575080"/>
              <a:ext cx="99360" cy="624600"/>
            </a:xfrm>
            <a:custGeom>
              <a:avLst/>
              <a:gdLst>
                <a:gd name="textAreaLeft" fmla="*/ 0 w 99360"/>
                <a:gd name="textAreaRight" fmla="*/ 100800 w 99360"/>
                <a:gd name="textAreaTop" fmla="*/ 0 h 624600"/>
                <a:gd name="textAreaBottom" fmla="*/ 626040 h 624600"/>
              </a:gdLst>
              <a:ahLst/>
              <a:cxnLst/>
              <a:rect l="textAreaLeft" t="textAreaTop" r="textAreaRight" b="textAreaBottom"/>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402" name="Freeform 12"/>
            <p:cNvSpPr/>
            <p:nvPr/>
          </p:nvSpPr>
          <p:spPr>
            <a:xfrm>
              <a:off x="128520" y="3156480"/>
              <a:ext cx="645120" cy="2320920"/>
            </a:xfrm>
            <a:custGeom>
              <a:avLst/>
              <a:gdLst>
                <a:gd name="textAreaLeft" fmla="*/ 0 w 645120"/>
                <a:gd name="textAreaRight" fmla="*/ 646560 w 645120"/>
                <a:gd name="textAreaTop" fmla="*/ 0 h 2320920"/>
                <a:gd name="textAreaBottom" fmla="*/ 2322360 h 2320920"/>
              </a:gdLst>
              <a:ahLst/>
              <a:cxnLst/>
              <a:rect l="textAreaLeft" t="textAreaTop" r="textAreaRight" b="textAreaBottom"/>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403" name="Freeform 13"/>
            <p:cNvSpPr/>
            <p:nvPr/>
          </p:nvSpPr>
          <p:spPr>
            <a:xfrm>
              <a:off x="807120" y="5447160"/>
              <a:ext cx="608040" cy="1418760"/>
            </a:xfrm>
            <a:custGeom>
              <a:avLst/>
              <a:gdLst>
                <a:gd name="textAreaLeft" fmla="*/ 0 w 608040"/>
                <a:gd name="textAreaRight" fmla="*/ 609480 w 608040"/>
                <a:gd name="textAreaTop" fmla="*/ 0 h 1418760"/>
                <a:gd name="textAreaBottom" fmla="*/ 1420200 h 1418760"/>
              </a:gdLst>
              <a:ahLst/>
              <a:cxnLst/>
              <a:rect l="textAreaLeft" t="textAreaTop" r="textAreaRight" b="textAreaBottom"/>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404" name="Freeform 14"/>
            <p:cNvSpPr/>
            <p:nvPr/>
          </p:nvSpPr>
          <p:spPr>
            <a:xfrm>
              <a:off x="959760" y="6503760"/>
              <a:ext cx="169920" cy="362160"/>
            </a:xfrm>
            <a:custGeom>
              <a:avLst/>
              <a:gdLst>
                <a:gd name="textAreaLeft" fmla="*/ 0 w 169920"/>
                <a:gd name="textAreaRight" fmla="*/ 171360 w 169920"/>
                <a:gd name="textAreaTop" fmla="*/ 0 h 362160"/>
                <a:gd name="textAreaBottom" fmla="*/ 363600 h 362160"/>
              </a:gdLst>
              <a:ahLst/>
              <a:cxnLst/>
              <a:rect l="textAreaLeft" t="textAreaTop" r="textAreaRight" b="textAreaBottom"/>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405" name="Freeform 15"/>
            <p:cNvSpPr/>
            <p:nvPr/>
          </p:nvSpPr>
          <p:spPr>
            <a:xfrm>
              <a:off x="100800" y="3201120"/>
              <a:ext cx="820440" cy="3327120"/>
            </a:xfrm>
            <a:custGeom>
              <a:avLst/>
              <a:gdLst>
                <a:gd name="textAreaLeft" fmla="*/ 0 w 820440"/>
                <a:gd name="textAreaRight" fmla="*/ 821880 w 820440"/>
                <a:gd name="textAreaTop" fmla="*/ 0 h 3327120"/>
                <a:gd name="textAreaBottom" fmla="*/ 3328560 h 3327120"/>
              </a:gdLst>
              <a:ahLst/>
              <a:cxnLst/>
              <a:rect l="textAreaLeft" t="textAreaTop" r="textAreaRight" b="textAreaBottom"/>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406" name="Freeform 16"/>
            <p:cNvSpPr/>
            <p:nvPr/>
          </p:nvSpPr>
          <p:spPr>
            <a:xfrm>
              <a:off x="22320" y="228600"/>
              <a:ext cx="104760" cy="2926440"/>
            </a:xfrm>
            <a:custGeom>
              <a:avLst/>
              <a:gdLst>
                <a:gd name="textAreaLeft" fmla="*/ 0 w 104760"/>
                <a:gd name="textAreaRight" fmla="*/ 106200 w 104760"/>
                <a:gd name="textAreaTop" fmla="*/ 0 h 2926440"/>
                <a:gd name="textAreaBottom" fmla="*/ 2927880 h 2926440"/>
              </a:gdLst>
              <a:ahLst/>
              <a:cxnLst/>
              <a:rect l="textAreaLeft" t="textAreaTop" r="textAreaRight" b="textAreaBottom"/>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407" name="Freeform 17"/>
            <p:cNvSpPr/>
            <p:nvPr/>
          </p:nvSpPr>
          <p:spPr>
            <a:xfrm>
              <a:off x="78120" y="2944080"/>
              <a:ext cx="76680" cy="492480"/>
            </a:xfrm>
            <a:custGeom>
              <a:avLst/>
              <a:gdLst>
                <a:gd name="textAreaLeft" fmla="*/ 0 w 76680"/>
                <a:gd name="textAreaRight" fmla="*/ 78120 w 76680"/>
                <a:gd name="textAreaTop" fmla="*/ 0 h 492480"/>
                <a:gd name="textAreaBottom" fmla="*/ 493920 h 492480"/>
              </a:gdLst>
              <a:ahLst/>
              <a:cxnLst/>
              <a:rect l="textAreaLeft" t="textAreaTop" r="textAreaRight" b="textAreaBottom"/>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408" name="Freeform 18"/>
            <p:cNvSpPr/>
            <p:nvPr/>
          </p:nvSpPr>
          <p:spPr>
            <a:xfrm>
              <a:off x="769680" y="5478840"/>
              <a:ext cx="188640" cy="1023480"/>
            </a:xfrm>
            <a:custGeom>
              <a:avLst/>
              <a:gdLst>
                <a:gd name="textAreaLeft" fmla="*/ 0 w 188640"/>
                <a:gd name="textAreaRight" fmla="*/ 190080 w 188640"/>
                <a:gd name="textAreaTop" fmla="*/ 0 h 1023480"/>
                <a:gd name="textAreaBottom" fmla="*/ 1024920 h 1023480"/>
              </a:gdLst>
              <a:ahLst/>
              <a:cxnLst/>
              <a:rect l="textAreaLeft" t="textAreaTop" r="textAreaRight" b="textAreaBottom"/>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409" name="Freeform 19"/>
            <p:cNvSpPr/>
            <p:nvPr/>
          </p:nvSpPr>
          <p:spPr>
            <a:xfrm>
              <a:off x="775440" y="1398960"/>
              <a:ext cx="2074680" cy="4046760"/>
            </a:xfrm>
            <a:custGeom>
              <a:avLst/>
              <a:gdLst>
                <a:gd name="textAreaLeft" fmla="*/ 0 w 2074680"/>
                <a:gd name="textAreaRight" fmla="*/ 2076120 w 2074680"/>
                <a:gd name="textAreaTop" fmla="*/ 0 h 4046760"/>
                <a:gd name="textAreaBottom" fmla="*/ 4048200 h 4046760"/>
              </a:gdLst>
              <a:ahLst/>
              <a:cxnLst/>
              <a:rect l="textAreaLeft" t="textAreaTop" r="textAreaRight" b="textAreaBottom"/>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410" name="Freeform 20"/>
            <p:cNvSpPr/>
            <p:nvPr/>
          </p:nvSpPr>
          <p:spPr>
            <a:xfrm>
              <a:off x="922680" y="6530040"/>
              <a:ext cx="160560" cy="335880"/>
            </a:xfrm>
            <a:custGeom>
              <a:avLst/>
              <a:gdLst>
                <a:gd name="textAreaLeft" fmla="*/ 0 w 160560"/>
                <a:gd name="textAreaRight" fmla="*/ 162000 w 160560"/>
                <a:gd name="textAreaTop" fmla="*/ 0 h 335880"/>
                <a:gd name="textAreaBottom" fmla="*/ 337320 h 335880"/>
              </a:gdLst>
              <a:ahLst/>
              <a:cxnLst/>
              <a:rect l="textAreaLeft" t="textAreaTop" r="textAreaRight" b="textAreaBottom"/>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411" name="Freeform 21"/>
            <p:cNvSpPr/>
            <p:nvPr/>
          </p:nvSpPr>
          <p:spPr>
            <a:xfrm>
              <a:off x="769680" y="5359320"/>
              <a:ext cx="36000" cy="220320"/>
            </a:xfrm>
            <a:custGeom>
              <a:avLst/>
              <a:gdLst>
                <a:gd name="textAreaLeft" fmla="*/ 0 w 36000"/>
                <a:gd name="textAreaRight" fmla="*/ 37440 w 36000"/>
                <a:gd name="textAreaTop" fmla="*/ 0 h 220320"/>
                <a:gd name="textAreaBottom" fmla="*/ 221760 h 220320"/>
              </a:gdLst>
              <a:ahLst/>
              <a:cxnLst/>
              <a:rect l="textAreaLeft" t="textAreaTop" r="textAreaRight" b="textAreaBottom"/>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412" name="Freeform 22"/>
            <p:cNvSpPr/>
            <p:nvPr/>
          </p:nvSpPr>
          <p:spPr>
            <a:xfrm>
              <a:off x="849960" y="6244560"/>
              <a:ext cx="237240" cy="621000"/>
            </a:xfrm>
            <a:custGeom>
              <a:avLst/>
              <a:gdLst>
                <a:gd name="textAreaLeft" fmla="*/ 0 w 237240"/>
                <a:gd name="textAreaRight" fmla="*/ 238680 w 237240"/>
                <a:gd name="textAreaTop" fmla="*/ 0 h 621000"/>
                <a:gd name="textAreaBottom" fmla="*/ 622440 h 621000"/>
              </a:gdLst>
              <a:ahLst/>
              <a:cxnLst/>
              <a:rect l="textAreaLeft" t="textAreaTop" r="textAreaRight" b="textAreaBottom"/>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grpSp>
      <p:grpSp>
        <p:nvGrpSpPr>
          <p:cNvPr id="413" name="Group 9"/>
          <p:cNvGrpSpPr/>
          <p:nvPr/>
        </p:nvGrpSpPr>
        <p:grpSpPr>
          <a:xfrm>
            <a:off x="27360" y="-720"/>
            <a:ext cx="2355120" cy="6852600"/>
            <a:chOff x="27360" y="-720"/>
            <a:chExt cx="2355120" cy="6852600"/>
          </a:xfrm>
        </p:grpSpPr>
        <p:sp>
          <p:nvSpPr>
            <p:cNvPr id="414" name="Freeform 27"/>
            <p:cNvSpPr/>
            <p:nvPr/>
          </p:nvSpPr>
          <p:spPr>
            <a:xfrm>
              <a:off x="27360" y="-720"/>
              <a:ext cx="492840" cy="4399560"/>
            </a:xfrm>
            <a:custGeom>
              <a:avLst/>
              <a:gdLst>
                <a:gd name="textAreaLeft" fmla="*/ 0 w 492840"/>
                <a:gd name="textAreaRight" fmla="*/ 494280 w 492840"/>
                <a:gd name="textAreaTop" fmla="*/ 0 h 4399560"/>
                <a:gd name="textAreaBottom" fmla="*/ 4401000 h 4399560"/>
              </a:gdLst>
              <a:ahLst/>
              <a:cxnLst/>
              <a:rect l="textAreaLeft" t="textAreaTop" r="textAreaRight" b="textAreaBottom"/>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415" name="Freeform 28"/>
            <p:cNvSpPr/>
            <p:nvPr/>
          </p:nvSpPr>
          <p:spPr>
            <a:xfrm>
              <a:off x="550440" y="4316400"/>
              <a:ext cx="421920" cy="1579320"/>
            </a:xfrm>
            <a:custGeom>
              <a:avLst/>
              <a:gdLst>
                <a:gd name="textAreaLeft" fmla="*/ 0 w 421920"/>
                <a:gd name="textAreaRight" fmla="*/ 423360 w 421920"/>
                <a:gd name="textAreaTop" fmla="*/ 0 h 1579320"/>
                <a:gd name="textAreaBottom" fmla="*/ 1580760 h 1579320"/>
              </a:gdLst>
              <a:ahLst/>
              <a:cxnLst/>
              <a:rect l="textAreaLeft" t="textAreaTop" r="textAreaRight" b="textAreaBottom"/>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416" name="Freeform 29"/>
            <p:cNvSpPr/>
            <p:nvPr/>
          </p:nvSpPr>
          <p:spPr>
            <a:xfrm>
              <a:off x="1006200" y="5862600"/>
              <a:ext cx="429480" cy="989280"/>
            </a:xfrm>
            <a:custGeom>
              <a:avLst/>
              <a:gdLst>
                <a:gd name="textAreaLeft" fmla="*/ 0 w 429480"/>
                <a:gd name="textAreaRight" fmla="*/ 430920 w 429480"/>
                <a:gd name="textAreaTop" fmla="*/ 0 h 989280"/>
                <a:gd name="textAreaBottom" fmla="*/ 990720 h 989280"/>
              </a:gdLst>
              <a:ahLst/>
              <a:cxnLst/>
              <a:rect l="textAreaLeft" t="textAreaTop" r="textAreaRight" b="textAreaBottom"/>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417" name="Freeform 30"/>
            <p:cNvSpPr/>
            <p:nvPr/>
          </p:nvSpPr>
          <p:spPr>
            <a:xfrm>
              <a:off x="521640" y="4364280"/>
              <a:ext cx="550440" cy="2234520"/>
            </a:xfrm>
            <a:custGeom>
              <a:avLst/>
              <a:gdLst>
                <a:gd name="textAreaLeft" fmla="*/ 0 w 550440"/>
                <a:gd name="textAreaRight" fmla="*/ 551880 w 550440"/>
                <a:gd name="textAreaTop" fmla="*/ 0 h 2234520"/>
                <a:gd name="textAreaBottom" fmla="*/ 2235960 h 2234520"/>
              </a:gdLst>
              <a:ahLst/>
              <a:cxnLst/>
              <a:rect l="textAreaLeft" t="textAreaTop" r="textAreaRight" b="textAreaBottom"/>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418" name="Freeform 31"/>
            <p:cNvSpPr/>
            <p:nvPr/>
          </p:nvSpPr>
          <p:spPr>
            <a:xfrm>
              <a:off x="468000" y="1289160"/>
              <a:ext cx="172800" cy="3025800"/>
            </a:xfrm>
            <a:custGeom>
              <a:avLst/>
              <a:gdLst>
                <a:gd name="textAreaLeft" fmla="*/ 0 w 172800"/>
                <a:gd name="textAreaRight" fmla="*/ 174240 w 172800"/>
                <a:gd name="textAreaTop" fmla="*/ 0 h 3025800"/>
                <a:gd name="textAreaBottom" fmla="*/ 3027240 h 3025800"/>
              </a:gdLst>
              <a:ahLst/>
              <a:cxnLst/>
              <a:rect l="textAreaLeft" t="textAreaTop" r="textAreaRight" b="textAreaBottom"/>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419" name="Freeform 32"/>
            <p:cNvSpPr/>
            <p:nvPr/>
          </p:nvSpPr>
          <p:spPr>
            <a:xfrm>
              <a:off x="1111680" y="6571440"/>
              <a:ext cx="132840" cy="280080"/>
            </a:xfrm>
            <a:custGeom>
              <a:avLst/>
              <a:gdLst>
                <a:gd name="textAreaLeft" fmla="*/ 0 w 132840"/>
                <a:gd name="textAreaRight" fmla="*/ 134280 w 132840"/>
                <a:gd name="textAreaTop" fmla="*/ 0 h 280080"/>
                <a:gd name="textAreaBottom" fmla="*/ 281520 h 280080"/>
              </a:gdLst>
              <a:ahLst/>
              <a:cxnLst/>
              <a:rect l="textAreaLeft" t="textAreaTop" r="textAreaRight" b="textAreaBottom"/>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420" name="Freeform 33"/>
            <p:cNvSpPr/>
            <p:nvPr/>
          </p:nvSpPr>
          <p:spPr>
            <a:xfrm>
              <a:off x="502560" y="4107600"/>
              <a:ext cx="81000" cy="510120"/>
            </a:xfrm>
            <a:custGeom>
              <a:avLst/>
              <a:gdLst>
                <a:gd name="textAreaLeft" fmla="*/ 0 w 81000"/>
                <a:gd name="textAreaRight" fmla="*/ 82440 w 81000"/>
                <a:gd name="textAreaTop" fmla="*/ 0 h 510120"/>
                <a:gd name="textAreaBottom" fmla="*/ 511560 h 510120"/>
              </a:gdLst>
              <a:ahLst/>
              <a:cxnLst/>
              <a:rect l="textAreaLeft" t="textAreaTop" r="textAreaRight" b="textAreaBottom"/>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421" name="Freeform 34"/>
            <p:cNvSpPr/>
            <p:nvPr/>
          </p:nvSpPr>
          <p:spPr>
            <a:xfrm>
              <a:off x="973800" y="3145680"/>
              <a:ext cx="1408680" cy="2715480"/>
            </a:xfrm>
            <a:custGeom>
              <a:avLst/>
              <a:gdLst>
                <a:gd name="textAreaLeft" fmla="*/ 0 w 1408680"/>
                <a:gd name="textAreaRight" fmla="*/ 1410120 w 1408680"/>
                <a:gd name="textAreaTop" fmla="*/ 0 h 2715480"/>
                <a:gd name="textAreaBottom" fmla="*/ 2716920 h 2715480"/>
              </a:gdLst>
              <a:ahLst/>
              <a:cxnLst/>
              <a:rect l="textAreaLeft" t="textAreaTop" r="textAreaRight" b="textAreaBottom"/>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422" name="Freeform 35"/>
            <p:cNvSpPr/>
            <p:nvPr/>
          </p:nvSpPr>
          <p:spPr>
            <a:xfrm>
              <a:off x="1073520" y="6600240"/>
              <a:ext cx="119160" cy="251640"/>
            </a:xfrm>
            <a:custGeom>
              <a:avLst/>
              <a:gdLst>
                <a:gd name="textAreaLeft" fmla="*/ 0 w 119160"/>
                <a:gd name="textAreaRight" fmla="*/ 120600 w 119160"/>
                <a:gd name="textAreaTop" fmla="*/ 0 h 251640"/>
                <a:gd name="textAreaBottom" fmla="*/ 253080 h 251640"/>
              </a:gdLst>
              <a:ahLst/>
              <a:cxnLst/>
              <a:rect l="textAreaLeft" t="textAreaTop" r="textAreaRight" b="textAreaBottom"/>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423" name="Freeform 36"/>
            <p:cNvSpPr/>
            <p:nvPr/>
          </p:nvSpPr>
          <p:spPr>
            <a:xfrm>
              <a:off x="973800" y="5897160"/>
              <a:ext cx="136440" cy="672840"/>
            </a:xfrm>
            <a:custGeom>
              <a:avLst/>
              <a:gdLst>
                <a:gd name="textAreaLeft" fmla="*/ 0 w 136440"/>
                <a:gd name="textAreaRight" fmla="*/ 137880 w 136440"/>
                <a:gd name="textAreaTop" fmla="*/ 0 h 672840"/>
                <a:gd name="textAreaBottom" fmla="*/ 674280 h 672840"/>
              </a:gdLst>
              <a:ahLst/>
              <a:cxnLst/>
              <a:rect l="textAreaLeft" t="textAreaTop" r="textAreaRight" b="textAreaBottom"/>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424" name="Freeform 37"/>
            <p:cNvSpPr/>
            <p:nvPr/>
          </p:nvSpPr>
          <p:spPr>
            <a:xfrm>
              <a:off x="973800" y="5772600"/>
              <a:ext cx="36720" cy="226440"/>
            </a:xfrm>
            <a:custGeom>
              <a:avLst/>
              <a:gdLst>
                <a:gd name="textAreaLeft" fmla="*/ 0 w 36720"/>
                <a:gd name="textAreaRight" fmla="*/ 38160 w 36720"/>
                <a:gd name="textAreaTop" fmla="*/ 0 h 226440"/>
                <a:gd name="textAreaBottom" fmla="*/ 227880 h 226440"/>
              </a:gdLst>
              <a:ahLst/>
              <a:cxnLst/>
              <a:rect l="textAreaLeft" t="textAreaTop" r="textAreaRight" b="textAreaBottom"/>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425" name="Freeform 38"/>
            <p:cNvSpPr/>
            <p:nvPr/>
          </p:nvSpPr>
          <p:spPr>
            <a:xfrm>
              <a:off x="1006200" y="6322680"/>
              <a:ext cx="209160" cy="529200"/>
            </a:xfrm>
            <a:custGeom>
              <a:avLst/>
              <a:gdLst>
                <a:gd name="textAreaLeft" fmla="*/ 0 w 209160"/>
                <a:gd name="textAreaRight" fmla="*/ 210600 w 209160"/>
                <a:gd name="textAreaTop" fmla="*/ 0 h 529200"/>
                <a:gd name="textAreaBottom" fmla="*/ 530640 h 529200"/>
              </a:gdLst>
              <a:ahLst/>
              <a:cxnLst/>
              <a:rect l="textAreaLeft" t="textAreaTop" r="textAreaRight" b="textAreaBottom"/>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grpSp>
      <p:sp>
        <p:nvSpPr>
          <p:cNvPr id="426" name="Rectangle 6"/>
          <p:cNvSpPr/>
          <p:nvPr/>
        </p:nvSpPr>
        <p:spPr>
          <a:xfrm>
            <a:off x="0" y="0"/>
            <a:ext cx="181440" cy="6856560"/>
          </a:xfrm>
          <a:prstGeom prst="rect">
            <a:avLst/>
          </a:prstGeom>
          <a:solidFill>
            <a:schemeClr val="tx2"/>
          </a:solidFill>
          <a:ln>
            <a:noFill/>
          </a:ln>
          <a:effectLst>
            <a:outerShdw blurRad="38160" dir="5400000" dist="25560" rotWithShape="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427" name="PlaceHolder 1"/>
          <p:cNvSpPr>
            <a:spLocks noGrp="1"/>
          </p:cNvSpPr>
          <p:nvPr>
            <p:ph type="title"/>
          </p:nvPr>
        </p:nvSpPr>
        <p:spPr>
          <a:xfrm>
            <a:off x="2850120" y="609480"/>
            <a:ext cx="8392320" cy="2894040"/>
          </a:xfrm>
          <a:prstGeom prst="rect">
            <a:avLst/>
          </a:prstGeom>
          <a:noFill/>
          <a:ln w="0">
            <a:noFill/>
          </a:ln>
        </p:spPr>
        <p:txBody>
          <a:bodyPr lIns="91440" rIns="91440" tIns="45720" bIns="45720" anchor="ctr">
            <a:normAutofit/>
          </a:bodyPr>
          <a:p>
            <a:pPr indent="0" defTabSz="457200">
              <a:lnSpc>
                <a:spcPct val="100000"/>
              </a:lnSpc>
              <a:buNone/>
              <a:tabLst>
                <a:tab algn="l" pos="0"/>
              </a:tabLst>
            </a:pPr>
            <a:r>
              <a:rPr lang="en-US" sz="4800" b="0" u="none" strike="noStrike">
                <a:solidFill>
                  <a:schemeClr val="dk1">
                    <a:lumMod val="85000"/>
                    <a:lumOff val="15000"/>
                  </a:schemeClr>
                </a:solidFill>
                <a:effectLst/>
                <a:uFillTx/>
                <a:latin typeface="Century Gothic"/>
              </a:rPr>
              <a:t>Click to edit Master title style</a:t>
            </a:r>
            <a:endParaRPr lang="en-US" sz="4800" b="0" u="none" strike="noStrike">
              <a:solidFill>
                <a:srgbClr val="000000"/>
              </a:solidFill>
              <a:effectLst/>
              <a:uFillTx/>
              <a:latin typeface="Arial"/>
            </a:endParaRPr>
          </a:p>
        </p:txBody>
      </p:sp>
      <p:sp>
        <p:nvSpPr>
          <p:cNvPr id="428" name="PlaceHolder 2"/>
          <p:cNvSpPr>
            <a:spLocks noGrp="1"/>
          </p:cNvSpPr>
          <p:nvPr>
            <p:ph type="body"/>
          </p:nvPr>
        </p:nvSpPr>
        <p:spPr>
          <a:xfrm>
            <a:off x="3274920" y="3505320"/>
            <a:ext cx="7535160" cy="379440"/>
          </a:xfrm>
          <a:prstGeom prst="rect">
            <a:avLst/>
          </a:prstGeom>
          <a:noFill/>
          <a:ln w="0">
            <a:noFill/>
          </a:ln>
        </p:spPr>
        <p:txBody>
          <a:bodyPr lIns="91440" rIns="91440" tIns="45720" bIns="45720" anchor="ctr">
            <a:noAutofit/>
          </a:bodyPr>
          <a:p>
            <a:pPr indent="0" defTabSz="457200">
              <a:lnSpc>
                <a:spcPct val="100000"/>
              </a:lnSpc>
              <a:spcBef>
                <a:spcPts val="1001"/>
              </a:spcBef>
              <a:buNone/>
              <a:tabLst>
                <a:tab algn="l" pos="0"/>
              </a:tabLst>
            </a:pPr>
            <a:r>
              <a:rPr lang="en-US" sz="1600" b="0" u="none" strike="noStrike">
                <a:solidFill>
                  <a:schemeClr val="dk1">
                    <a:lumMod val="50000"/>
                    <a:lumOff val="50000"/>
                  </a:schemeClr>
                </a:solidFill>
                <a:effectLst/>
                <a:uFillTx/>
                <a:latin typeface="Century Gothic"/>
              </a:rPr>
              <a:t>Click to edit Master text styles</a:t>
            </a:r>
            <a:endParaRPr lang="en-US" sz="1600" b="0" u="none" strike="noStrike">
              <a:solidFill>
                <a:srgbClr val="000000"/>
              </a:solidFill>
              <a:effectLst/>
              <a:uFillTx/>
              <a:latin typeface="Arial"/>
            </a:endParaRPr>
          </a:p>
        </p:txBody>
      </p:sp>
      <p:sp>
        <p:nvSpPr>
          <p:cNvPr id="429" name="PlaceHolder 3"/>
          <p:cNvSpPr>
            <a:spLocks noGrp="1"/>
          </p:cNvSpPr>
          <p:nvPr>
            <p:ph type="body"/>
          </p:nvPr>
        </p:nvSpPr>
        <p:spPr>
          <a:xfrm>
            <a:off x="2589120" y="4354200"/>
            <a:ext cx="8913960" cy="1554480"/>
          </a:xfrm>
          <a:prstGeom prst="rect">
            <a:avLst/>
          </a:prstGeom>
          <a:noFill/>
          <a:ln w="0">
            <a:noFill/>
          </a:ln>
        </p:spPr>
        <p:txBody>
          <a:bodyPr lIns="91440" rIns="91440" tIns="45720" bIns="45720" anchor="ctr">
            <a:normAutofit/>
          </a:bodyPr>
          <a:p>
            <a:pPr indent="0" defTabSz="457200">
              <a:lnSpc>
                <a:spcPct val="100000"/>
              </a:lnSpc>
              <a:spcBef>
                <a:spcPts val="1001"/>
              </a:spcBef>
              <a:buNone/>
              <a:tabLst>
                <a:tab algn="l" pos="0"/>
              </a:tabLst>
            </a:pPr>
            <a:r>
              <a:rPr lang="en-US" sz="1800" b="0" u="none" strike="noStrike">
                <a:solidFill>
                  <a:schemeClr val="dk1">
                    <a:lumMod val="65000"/>
                    <a:lumOff val="35000"/>
                  </a:schemeClr>
                </a:solidFill>
                <a:effectLst/>
                <a:uFillTx/>
                <a:latin typeface="Century Gothic"/>
              </a:rPr>
              <a:t>Click to edit Master text styles</a:t>
            </a:r>
            <a:endParaRPr lang="en-US" sz="1800" b="0" u="none" strike="noStrike">
              <a:solidFill>
                <a:srgbClr val="000000"/>
              </a:solidFill>
              <a:effectLst/>
              <a:uFillTx/>
              <a:latin typeface="Arial"/>
            </a:endParaRPr>
          </a:p>
        </p:txBody>
      </p:sp>
      <p:sp>
        <p:nvSpPr>
          <p:cNvPr id="430" name="PlaceHolder 4"/>
          <p:cNvSpPr>
            <a:spLocks noGrp="1"/>
          </p:cNvSpPr>
          <p:nvPr>
            <p:ph type="dt" idx="37"/>
          </p:nvPr>
        </p:nvSpPr>
        <p:spPr>
          <a:xfrm>
            <a:off x="10361520" y="6130440"/>
            <a:ext cx="1144800" cy="3690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US" sz="900" b="0" u="none" strike="noStrike">
                <a:solidFill>
                  <a:schemeClr val="dk1">
                    <a:tint val="75000"/>
                  </a:schemeClr>
                </a:solidFill>
                <a:effectLst/>
                <a:uFillTx/>
                <a:latin typeface="Century Gothic"/>
              </a:defRPr>
            </a:lvl1pPr>
          </a:lstStyle>
          <a:p>
            <a:pPr indent="0" algn="r" defTabSz="457200">
              <a:lnSpc>
                <a:spcPct val="100000"/>
              </a:lnSpc>
              <a:buNone/>
              <a:tabLst>
                <a:tab algn="l" pos="0"/>
              </a:tabLst>
            </a:pPr>
            <a:r>
              <a:rPr lang="en-US" sz="900" b="0" u="none" strike="noStrike">
                <a:solidFill>
                  <a:schemeClr val="dk1">
                    <a:tint val="75000"/>
                  </a:schemeClr>
                </a:solidFill>
                <a:effectLst/>
                <a:uFillTx/>
                <a:latin typeface="Century Gothic"/>
              </a:rPr>
              <a:t>&lt;date/time&gt;</a:t>
            </a:r>
            <a:endParaRPr lang="en-US" sz="900" b="0" u="none" strike="noStrike">
              <a:solidFill>
                <a:srgbClr val="000000"/>
              </a:solidFill>
              <a:effectLst/>
              <a:uFillTx/>
              <a:latin typeface="Times New Roman"/>
            </a:endParaRPr>
          </a:p>
        </p:txBody>
      </p:sp>
      <p:sp>
        <p:nvSpPr>
          <p:cNvPr id="431" name="PlaceHolder 5"/>
          <p:cNvSpPr>
            <a:spLocks noGrp="1"/>
          </p:cNvSpPr>
          <p:nvPr>
            <p:ph type="ftr" idx="38"/>
          </p:nvPr>
        </p:nvSpPr>
        <p:spPr>
          <a:xfrm>
            <a:off x="2589120" y="6135840"/>
            <a:ext cx="7618680" cy="36360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Times New Roman"/>
              </a:defRPr>
            </a:lvl1pPr>
          </a:lstStyle>
          <a:p>
            <a:pPr indent="0" algn="ctr">
              <a:lnSpc>
                <a:spcPct val="100000"/>
              </a:lnSpc>
              <a:buNone/>
              <a:tabLst>
                <a:tab algn="l" pos="0"/>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432" name="Freeform 11"/>
          <p:cNvSpPr/>
          <p:nvPr/>
        </p:nvSpPr>
        <p:spPr>
          <a:xfrm flipV="1">
            <a:off x="-2880" y="3176640"/>
            <a:ext cx="1587240" cy="505800"/>
          </a:xfrm>
          <a:custGeom>
            <a:avLst/>
            <a:gdLst>
              <a:gd name="textAreaLeft" fmla="*/ 0 w 1587240"/>
              <a:gd name="textAreaRight" fmla="*/ 1588680 w 1587240"/>
              <a:gd name="textAreaTop" fmla="*/ 720 h 505800"/>
              <a:gd name="textAreaBottom" fmla="*/ 507960 h 505800"/>
            </a:gdLst>
            <a:ahLst/>
            <a:cxnLst/>
            <a:rect l="textAreaLeft" t="textAreaTop" r="textAreaRight" b="textAreaBottom"/>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433" name="PlaceHolder 6"/>
          <p:cNvSpPr>
            <a:spLocks noGrp="1"/>
          </p:cNvSpPr>
          <p:nvPr>
            <p:ph type="sldNum" idx="39"/>
          </p:nvPr>
        </p:nvSpPr>
        <p:spPr>
          <a:xfrm>
            <a:off x="531720" y="3243960"/>
            <a:ext cx="77832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US" sz="2000" b="0" u="none" strike="noStrike">
                <a:solidFill>
                  <a:srgbClr val="feffff"/>
                </a:solidFill>
                <a:effectLst/>
                <a:uFillTx/>
                <a:latin typeface="Century Gothic"/>
              </a:defRPr>
            </a:lvl1pPr>
          </a:lstStyle>
          <a:p>
            <a:pPr indent="0" algn="r" defTabSz="457200">
              <a:lnSpc>
                <a:spcPct val="100000"/>
              </a:lnSpc>
              <a:buNone/>
              <a:tabLst>
                <a:tab algn="l" pos="0"/>
              </a:tabLst>
            </a:pPr>
            <a:fld id="{6BCEA4F5-56E3-4FB0-9660-5E6E2E53EF20}" type="slidenum">
              <a:rPr lang="en-US" sz="2000" b="0" u="none" strike="noStrike">
                <a:solidFill>
                  <a:srgbClr val="feffff"/>
                </a:solidFill>
                <a:effectLst/>
                <a:uFillTx/>
                <a:latin typeface="Century Gothic"/>
              </a:rPr>
              <a:t>&lt;number&gt;</a:t>
            </a:fld>
            <a:endParaRPr lang="en-US" sz="2000" b="0" u="none" strike="noStrike">
              <a:solidFill>
                <a:srgbClr val="000000"/>
              </a:solidFill>
              <a:effectLst/>
              <a:uFillTx/>
              <a:latin typeface="Times New Roman"/>
            </a:endParaRPr>
          </a:p>
        </p:txBody>
      </p:sp>
      <p:sp>
        <p:nvSpPr>
          <p:cNvPr id="434" name="TextBox 13"/>
          <p:cNvSpPr/>
          <p:nvPr/>
        </p:nvSpPr>
        <p:spPr>
          <a:xfrm>
            <a:off x="2467800" y="648000"/>
            <a:ext cx="608040" cy="583200"/>
          </a:xfrm>
          <a:prstGeom prst="rect">
            <a:avLst/>
          </a:prstGeom>
          <a:noFill/>
          <a:ln w="0">
            <a:noFill/>
          </a:ln>
        </p:spPr>
        <p:style>
          <a:lnRef idx="0"/>
          <a:fillRef idx="0"/>
          <a:effectRef idx="0"/>
          <a:fontRef idx="minor"/>
        </p:style>
        <p:txBody>
          <a:bodyPr lIns="90000" rIns="90000" tIns="45000" bIns="45000" anchor="ctr">
            <a:noAutofit/>
          </a:bodyPr>
          <a:p>
            <a:pPr defTabSz="457200">
              <a:lnSpc>
                <a:spcPct val="100000"/>
              </a:lnSpc>
            </a:pPr>
            <a:r>
              <a:rPr lang="en-US" sz="8000" b="0" u="none" strike="noStrike">
                <a:solidFill>
                  <a:schemeClr val="accent1"/>
                </a:solidFill>
                <a:effectLst/>
                <a:uFillTx/>
                <a:latin typeface="Arial"/>
              </a:rPr>
              <a:t>“</a:t>
            </a:r>
            <a:endParaRPr lang="en-US" sz="8000" b="0" u="none" strike="noStrike">
              <a:solidFill>
                <a:srgbClr val="000000"/>
              </a:solidFill>
              <a:effectLst/>
              <a:uFillTx/>
              <a:latin typeface="Arial"/>
            </a:endParaRPr>
          </a:p>
        </p:txBody>
      </p:sp>
      <p:sp>
        <p:nvSpPr>
          <p:cNvPr id="435" name="TextBox 14"/>
          <p:cNvSpPr/>
          <p:nvPr/>
        </p:nvSpPr>
        <p:spPr>
          <a:xfrm>
            <a:off x="11115000" y="2905200"/>
            <a:ext cx="608040" cy="583200"/>
          </a:xfrm>
          <a:prstGeom prst="rect">
            <a:avLst/>
          </a:prstGeom>
          <a:noFill/>
          <a:ln w="0">
            <a:noFill/>
          </a:ln>
        </p:spPr>
        <p:style>
          <a:lnRef idx="0"/>
          <a:fillRef idx="0"/>
          <a:effectRef idx="0"/>
          <a:fontRef idx="minor"/>
        </p:style>
        <p:txBody>
          <a:bodyPr lIns="90000" rIns="90000" tIns="45000" bIns="45000" anchor="ctr">
            <a:noAutofit/>
          </a:bodyPr>
          <a:p>
            <a:pPr defTabSz="457200">
              <a:lnSpc>
                <a:spcPct val="100000"/>
              </a:lnSpc>
            </a:pPr>
            <a:r>
              <a:rPr lang="en-US" sz="8000" b="0" u="none" strike="noStrike">
                <a:solidFill>
                  <a:schemeClr val="accent1"/>
                </a:solidFill>
                <a:effectLst/>
                <a:uFillTx/>
                <a:latin typeface="Arial"/>
              </a:rPr>
              <a:t>”</a:t>
            </a:r>
            <a:endParaRPr lang="en-US" sz="8000" b="0" u="none" strike="noStrike">
              <a:solidFill>
                <a:srgbClr val="000000"/>
              </a:solidFill>
              <a:effectLst/>
              <a:uFillTx/>
              <a:latin typeface="Arial"/>
            </a:endParaRP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Name Card">
    <p:bg>
      <p:bgPr>
        <a:gradFill rotWithShape="0">
          <a:gsLst>
            <a:gs pos="0">
              <a:srgbClr val="ffffff"/>
            </a:gs>
            <a:gs pos="100000">
              <a:srgbClr val="dfe7c4"/>
            </a:gs>
          </a:gsLst>
          <a:path path="circle">
            <a:fillToRect l="25000" t="25000" r="75000" b="75000"/>
          </a:path>
        </a:gradFill>
      </p:bgPr>
    </p:bg>
    <p:spTree>
      <p:nvGrpSpPr>
        <p:cNvPr id="1" name=""/>
        <p:cNvGrpSpPr/>
        <p:nvPr/>
      </p:nvGrpSpPr>
      <p:grpSpPr>
        <a:xfrm>
          <a:off x="0" y="0"/>
          <a:ext cx="0" cy="0"/>
          <a:chOff x="0" y="0"/>
          <a:chExt cx="0" cy="0"/>
        </a:xfrm>
      </p:grpSpPr>
      <p:grpSp>
        <p:nvGrpSpPr>
          <p:cNvPr id="436" name="Group 22"/>
          <p:cNvGrpSpPr/>
          <p:nvPr/>
        </p:nvGrpSpPr>
        <p:grpSpPr>
          <a:xfrm>
            <a:off x="0" y="228600"/>
            <a:ext cx="2850120" cy="6637320"/>
            <a:chOff x="0" y="228600"/>
            <a:chExt cx="2850120" cy="6637320"/>
          </a:xfrm>
        </p:grpSpPr>
        <p:sp>
          <p:nvSpPr>
            <p:cNvPr id="437" name="Freeform 11"/>
            <p:cNvSpPr/>
            <p:nvPr/>
          </p:nvSpPr>
          <p:spPr>
            <a:xfrm>
              <a:off x="0" y="2575080"/>
              <a:ext cx="99360" cy="624600"/>
            </a:xfrm>
            <a:custGeom>
              <a:avLst/>
              <a:gdLst>
                <a:gd name="textAreaLeft" fmla="*/ 0 w 99360"/>
                <a:gd name="textAreaRight" fmla="*/ 100800 w 99360"/>
                <a:gd name="textAreaTop" fmla="*/ 0 h 624600"/>
                <a:gd name="textAreaBottom" fmla="*/ 626040 h 624600"/>
              </a:gdLst>
              <a:ahLst/>
              <a:cxnLst/>
              <a:rect l="textAreaLeft" t="textAreaTop" r="textAreaRight" b="textAreaBottom"/>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438" name="Freeform 12"/>
            <p:cNvSpPr/>
            <p:nvPr/>
          </p:nvSpPr>
          <p:spPr>
            <a:xfrm>
              <a:off x="128520" y="3156480"/>
              <a:ext cx="645120" cy="2320920"/>
            </a:xfrm>
            <a:custGeom>
              <a:avLst/>
              <a:gdLst>
                <a:gd name="textAreaLeft" fmla="*/ 0 w 645120"/>
                <a:gd name="textAreaRight" fmla="*/ 646560 w 645120"/>
                <a:gd name="textAreaTop" fmla="*/ 0 h 2320920"/>
                <a:gd name="textAreaBottom" fmla="*/ 2322360 h 2320920"/>
              </a:gdLst>
              <a:ahLst/>
              <a:cxnLst/>
              <a:rect l="textAreaLeft" t="textAreaTop" r="textAreaRight" b="textAreaBottom"/>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439" name="Freeform 13"/>
            <p:cNvSpPr/>
            <p:nvPr/>
          </p:nvSpPr>
          <p:spPr>
            <a:xfrm>
              <a:off x="807120" y="5447160"/>
              <a:ext cx="608040" cy="1418760"/>
            </a:xfrm>
            <a:custGeom>
              <a:avLst/>
              <a:gdLst>
                <a:gd name="textAreaLeft" fmla="*/ 0 w 608040"/>
                <a:gd name="textAreaRight" fmla="*/ 609480 w 608040"/>
                <a:gd name="textAreaTop" fmla="*/ 0 h 1418760"/>
                <a:gd name="textAreaBottom" fmla="*/ 1420200 h 1418760"/>
              </a:gdLst>
              <a:ahLst/>
              <a:cxnLst/>
              <a:rect l="textAreaLeft" t="textAreaTop" r="textAreaRight" b="textAreaBottom"/>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440" name="Freeform 14"/>
            <p:cNvSpPr/>
            <p:nvPr/>
          </p:nvSpPr>
          <p:spPr>
            <a:xfrm>
              <a:off x="959760" y="6503760"/>
              <a:ext cx="169920" cy="362160"/>
            </a:xfrm>
            <a:custGeom>
              <a:avLst/>
              <a:gdLst>
                <a:gd name="textAreaLeft" fmla="*/ 0 w 169920"/>
                <a:gd name="textAreaRight" fmla="*/ 171360 w 169920"/>
                <a:gd name="textAreaTop" fmla="*/ 0 h 362160"/>
                <a:gd name="textAreaBottom" fmla="*/ 363600 h 362160"/>
              </a:gdLst>
              <a:ahLst/>
              <a:cxnLst/>
              <a:rect l="textAreaLeft" t="textAreaTop" r="textAreaRight" b="textAreaBottom"/>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441" name="Freeform 15"/>
            <p:cNvSpPr/>
            <p:nvPr/>
          </p:nvSpPr>
          <p:spPr>
            <a:xfrm>
              <a:off x="100800" y="3201120"/>
              <a:ext cx="820440" cy="3327120"/>
            </a:xfrm>
            <a:custGeom>
              <a:avLst/>
              <a:gdLst>
                <a:gd name="textAreaLeft" fmla="*/ 0 w 820440"/>
                <a:gd name="textAreaRight" fmla="*/ 821880 w 820440"/>
                <a:gd name="textAreaTop" fmla="*/ 0 h 3327120"/>
                <a:gd name="textAreaBottom" fmla="*/ 3328560 h 3327120"/>
              </a:gdLst>
              <a:ahLst/>
              <a:cxnLst/>
              <a:rect l="textAreaLeft" t="textAreaTop" r="textAreaRight" b="textAreaBottom"/>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442" name="Freeform 16"/>
            <p:cNvSpPr/>
            <p:nvPr/>
          </p:nvSpPr>
          <p:spPr>
            <a:xfrm>
              <a:off x="22320" y="228600"/>
              <a:ext cx="104760" cy="2926440"/>
            </a:xfrm>
            <a:custGeom>
              <a:avLst/>
              <a:gdLst>
                <a:gd name="textAreaLeft" fmla="*/ 0 w 104760"/>
                <a:gd name="textAreaRight" fmla="*/ 106200 w 104760"/>
                <a:gd name="textAreaTop" fmla="*/ 0 h 2926440"/>
                <a:gd name="textAreaBottom" fmla="*/ 2927880 h 2926440"/>
              </a:gdLst>
              <a:ahLst/>
              <a:cxnLst/>
              <a:rect l="textAreaLeft" t="textAreaTop" r="textAreaRight" b="textAreaBottom"/>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443" name="Freeform 17"/>
            <p:cNvSpPr/>
            <p:nvPr/>
          </p:nvSpPr>
          <p:spPr>
            <a:xfrm>
              <a:off x="78120" y="2944080"/>
              <a:ext cx="76680" cy="492480"/>
            </a:xfrm>
            <a:custGeom>
              <a:avLst/>
              <a:gdLst>
                <a:gd name="textAreaLeft" fmla="*/ 0 w 76680"/>
                <a:gd name="textAreaRight" fmla="*/ 78120 w 76680"/>
                <a:gd name="textAreaTop" fmla="*/ 0 h 492480"/>
                <a:gd name="textAreaBottom" fmla="*/ 493920 h 492480"/>
              </a:gdLst>
              <a:ahLst/>
              <a:cxnLst/>
              <a:rect l="textAreaLeft" t="textAreaTop" r="textAreaRight" b="textAreaBottom"/>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444" name="Freeform 18"/>
            <p:cNvSpPr/>
            <p:nvPr/>
          </p:nvSpPr>
          <p:spPr>
            <a:xfrm>
              <a:off x="769680" y="5478840"/>
              <a:ext cx="188640" cy="1023480"/>
            </a:xfrm>
            <a:custGeom>
              <a:avLst/>
              <a:gdLst>
                <a:gd name="textAreaLeft" fmla="*/ 0 w 188640"/>
                <a:gd name="textAreaRight" fmla="*/ 190080 w 188640"/>
                <a:gd name="textAreaTop" fmla="*/ 0 h 1023480"/>
                <a:gd name="textAreaBottom" fmla="*/ 1024920 h 1023480"/>
              </a:gdLst>
              <a:ahLst/>
              <a:cxnLst/>
              <a:rect l="textAreaLeft" t="textAreaTop" r="textAreaRight" b="textAreaBottom"/>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445" name="Freeform 19"/>
            <p:cNvSpPr/>
            <p:nvPr/>
          </p:nvSpPr>
          <p:spPr>
            <a:xfrm>
              <a:off x="775440" y="1398960"/>
              <a:ext cx="2074680" cy="4046760"/>
            </a:xfrm>
            <a:custGeom>
              <a:avLst/>
              <a:gdLst>
                <a:gd name="textAreaLeft" fmla="*/ 0 w 2074680"/>
                <a:gd name="textAreaRight" fmla="*/ 2076120 w 2074680"/>
                <a:gd name="textAreaTop" fmla="*/ 0 h 4046760"/>
                <a:gd name="textAreaBottom" fmla="*/ 4048200 h 4046760"/>
              </a:gdLst>
              <a:ahLst/>
              <a:cxnLst/>
              <a:rect l="textAreaLeft" t="textAreaTop" r="textAreaRight" b="textAreaBottom"/>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446" name="Freeform 20"/>
            <p:cNvSpPr/>
            <p:nvPr/>
          </p:nvSpPr>
          <p:spPr>
            <a:xfrm>
              <a:off x="922680" y="6530040"/>
              <a:ext cx="160560" cy="335880"/>
            </a:xfrm>
            <a:custGeom>
              <a:avLst/>
              <a:gdLst>
                <a:gd name="textAreaLeft" fmla="*/ 0 w 160560"/>
                <a:gd name="textAreaRight" fmla="*/ 162000 w 160560"/>
                <a:gd name="textAreaTop" fmla="*/ 0 h 335880"/>
                <a:gd name="textAreaBottom" fmla="*/ 337320 h 335880"/>
              </a:gdLst>
              <a:ahLst/>
              <a:cxnLst/>
              <a:rect l="textAreaLeft" t="textAreaTop" r="textAreaRight" b="textAreaBottom"/>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447" name="Freeform 21"/>
            <p:cNvSpPr/>
            <p:nvPr/>
          </p:nvSpPr>
          <p:spPr>
            <a:xfrm>
              <a:off x="769680" y="5359320"/>
              <a:ext cx="36000" cy="220320"/>
            </a:xfrm>
            <a:custGeom>
              <a:avLst/>
              <a:gdLst>
                <a:gd name="textAreaLeft" fmla="*/ 0 w 36000"/>
                <a:gd name="textAreaRight" fmla="*/ 37440 w 36000"/>
                <a:gd name="textAreaTop" fmla="*/ 0 h 220320"/>
                <a:gd name="textAreaBottom" fmla="*/ 221760 h 220320"/>
              </a:gdLst>
              <a:ahLst/>
              <a:cxnLst/>
              <a:rect l="textAreaLeft" t="textAreaTop" r="textAreaRight" b="textAreaBottom"/>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448" name="Freeform 22"/>
            <p:cNvSpPr/>
            <p:nvPr/>
          </p:nvSpPr>
          <p:spPr>
            <a:xfrm>
              <a:off x="849960" y="6244560"/>
              <a:ext cx="237240" cy="621000"/>
            </a:xfrm>
            <a:custGeom>
              <a:avLst/>
              <a:gdLst>
                <a:gd name="textAreaLeft" fmla="*/ 0 w 237240"/>
                <a:gd name="textAreaRight" fmla="*/ 238680 w 237240"/>
                <a:gd name="textAreaTop" fmla="*/ 0 h 621000"/>
                <a:gd name="textAreaBottom" fmla="*/ 622440 h 621000"/>
              </a:gdLst>
              <a:ahLst/>
              <a:cxnLst/>
              <a:rect l="textAreaLeft" t="textAreaTop" r="textAreaRight" b="textAreaBottom"/>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grpSp>
      <p:grpSp>
        <p:nvGrpSpPr>
          <p:cNvPr id="449" name="Group 9"/>
          <p:cNvGrpSpPr/>
          <p:nvPr/>
        </p:nvGrpSpPr>
        <p:grpSpPr>
          <a:xfrm>
            <a:off x="27360" y="-720"/>
            <a:ext cx="2355120" cy="6852600"/>
            <a:chOff x="27360" y="-720"/>
            <a:chExt cx="2355120" cy="6852600"/>
          </a:xfrm>
        </p:grpSpPr>
        <p:sp>
          <p:nvSpPr>
            <p:cNvPr id="450" name="Freeform 27"/>
            <p:cNvSpPr/>
            <p:nvPr/>
          </p:nvSpPr>
          <p:spPr>
            <a:xfrm>
              <a:off x="27360" y="-720"/>
              <a:ext cx="492840" cy="4399560"/>
            </a:xfrm>
            <a:custGeom>
              <a:avLst/>
              <a:gdLst>
                <a:gd name="textAreaLeft" fmla="*/ 0 w 492840"/>
                <a:gd name="textAreaRight" fmla="*/ 494280 w 492840"/>
                <a:gd name="textAreaTop" fmla="*/ 0 h 4399560"/>
                <a:gd name="textAreaBottom" fmla="*/ 4401000 h 4399560"/>
              </a:gdLst>
              <a:ahLst/>
              <a:cxnLst/>
              <a:rect l="textAreaLeft" t="textAreaTop" r="textAreaRight" b="textAreaBottom"/>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451" name="Freeform 28"/>
            <p:cNvSpPr/>
            <p:nvPr/>
          </p:nvSpPr>
          <p:spPr>
            <a:xfrm>
              <a:off x="550440" y="4316400"/>
              <a:ext cx="421920" cy="1579320"/>
            </a:xfrm>
            <a:custGeom>
              <a:avLst/>
              <a:gdLst>
                <a:gd name="textAreaLeft" fmla="*/ 0 w 421920"/>
                <a:gd name="textAreaRight" fmla="*/ 423360 w 421920"/>
                <a:gd name="textAreaTop" fmla="*/ 0 h 1579320"/>
                <a:gd name="textAreaBottom" fmla="*/ 1580760 h 1579320"/>
              </a:gdLst>
              <a:ahLst/>
              <a:cxnLst/>
              <a:rect l="textAreaLeft" t="textAreaTop" r="textAreaRight" b="textAreaBottom"/>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452" name="Freeform 29"/>
            <p:cNvSpPr/>
            <p:nvPr/>
          </p:nvSpPr>
          <p:spPr>
            <a:xfrm>
              <a:off x="1006200" y="5862600"/>
              <a:ext cx="429480" cy="989280"/>
            </a:xfrm>
            <a:custGeom>
              <a:avLst/>
              <a:gdLst>
                <a:gd name="textAreaLeft" fmla="*/ 0 w 429480"/>
                <a:gd name="textAreaRight" fmla="*/ 430920 w 429480"/>
                <a:gd name="textAreaTop" fmla="*/ 0 h 989280"/>
                <a:gd name="textAreaBottom" fmla="*/ 990720 h 989280"/>
              </a:gdLst>
              <a:ahLst/>
              <a:cxnLst/>
              <a:rect l="textAreaLeft" t="textAreaTop" r="textAreaRight" b="textAreaBottom"/>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453" name="Freeform 30"/>
            <p:cNvSpPr/>
            <p:nvPr/>
          </p:nvSpPr>
          <p:spPr>
            <a:xfrm>
              <a:off x="521640" y="4364280"/>
              <a:ext cx="550440" cy="2234520"/>
            </a:xfrm>
            <a:custGeom>
              <a:avLst/>
              <a:gdLst>
                <a:gd name="textAreaLeft" fmla="*/ 0 w 550440"/>
                <a:gd name="textAreaRight" fmla="*/ 551880 w 550440"/>
                <a:gd name="textAreaTop" fmla="*/ 0 h 2234520"/>
                <a:gd name="textAreaBottom" fmla="*/ 2235960 h 2234520"/>
              </a:gdLst>
              <a:ahLst/>
              <a:cxnLst/>
              <a:rect l="textAreaLeft" t="textAreaTop" r="textAreaRight" b="textAreaBottom"/>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454" name="Freeform 31"/>
            <p:cNvSpPr/>
            <p:nvPr/>
          </p:nvSpPr>
          <p:spPr>
            <a:xfrm>
              <a:off x="468000" y="1289160"/>
              <a:ext cx="172800" cy="3025800"/>
            </a:xfrm>
            <a:custGeom>
              <a:avLst/>
              <a:gdLst>
                <a:gd name="textAreaLeft" fmla="*/ 0 w 172800"/>
                <a:gd name="textAreaRight" fmla="*/ 174240 w 172800"/>
                <a:gd name="textAreaTop" fmla="*/ 0 h 3025800"/>
                <a:gd name="textAreaBottom" fmla="*/ 3027240 h 3025800"/>
              </a:gdLst>
              <a:ahLst/>
              <a:cxnLst/>
              <a:rect l="textAreaLeft" t="textAreaTop" r="textAreaRight" b="textAreaBottom"/>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455" name="Freeform 32"/>
            <p:cNvSpPr/>
            <p:nvPr/>
          </p:nvSpPr>
          <p:spPr>
            <a:xfrm>
              <a:off x="1111680" y="6571440"/>
              <a:ext cx="132840" cy="280080"/>
            </a:xfrm>
            <a:custGeom>
              <a:avLst/>
              <a:gdLst>
                <a:gd name="textAreaLeft" fmla="*/ 0 w 132840"/>
                <a:gd name="textAreaRight" fmla="*/ 134280 w 132840"/>
                <a:gd name="textAreaTop" fmla="*/ 0 h 280080"/>
                <a:gd name="textAreaBottom" fmla="*/ 281520 h 280080"/>
              </a:gdLst>
              <a:ahLst/>
              <a:cxnLst/>
              <a:rect l="textAreaLeft" t="textAreaTop" r="textAreaRight" b="textAreaBottom"/>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456" name="Freeform 33"/>
            <p:cNvSpPr/>
            <p:nvPr/>
          </p:nvSpPr>
          <p:spPr>
            <a:xfrm>
              <a:off x="502560" y="4107600"/>
              <a:ext cx="81000" cy="510120"/>
            </a:xfrm>
            <a:custGeom>
              <a:avLst/>
              <a:gdLst>
                <a:gd name="textAreaLeft" fmla="*/ 0 w 81000"/>
                <a:gd name="textAreaRight" fmla="*/ 82440 w 81000"/>
                <a:gd name="textAreaTop" fmla="*/ 0 h 510120"/>
                <a:gd name="textAreaBottom" fmla="*/ 511560 h 510120"/>
              </a:gdLst>
              <a:ahLst/>
              <a:cxnLst/>
              <a:rect l="textAreaLeft" t="textAreaTop" r="textAreaRight" b="textAreaBottom"/>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457" name="Freeform 34"/>
            <p:cNvSpPr/>
            <p:nvPr/>
          </p:nvSpPr>
          <p:spPr>
            <a:xfrm>
              <a:off x="973800" y="3145680"/>
              <a:ext cx="1408680" cy="2715480"/>
            </a:xfrm>
            <a:custGeom>
              <a:avLst/>
              <a:gdLst>
                <a:gd name="textAreaLeft" fmla="*/ 0 w 1408680"/>
                <a:gd name="textAreaRight" fmla="*/ 1410120 w 1408680"/>
                <a:gd name="textAreaTop" fmla="*/ 0 h 2715480"/>
                <a:gd name="textAreaBottom" fmla="*/ 2716920 h 2715480"/>
              </a:gdLst>
              <a:ahLst/>
              <a:cxnLst/>
              <a:rect l="textAreaLeft" t="textAreaTop" r="textAreaRight" b="textAreaBottom"/>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458" name="Freeform 35"/>
            <p:cNvSpPr/>
            <p:nvPr/>
          </p:nvSpPr>
          <p:spPr>
            <a:xfrm>
              <a:off x="1073520" y="6600240"/>
              <a:ext cx="119160" cy="251640"/>
            </a:xfrm>
            <a:custGeom>
              <a:avLst/>
              <a:gdLst>
                <a:gd name="textAreaLeft" fmla="*/ 0 w 119160"/>
                <a:gd name="textAreaRight" fmla="*/ 120600 w 119160"/>
                <a:gd name="textAreaTop" fmla="*/ 0 h 251640"/>
                <a:gd name="textAreaBottom" fmla="*/ 253080 h 251640"/>
              </a:gdLst>
              <a:ahLst/>
              <a:cxnLst/>
              <a:rect l="textAreaLeft" t="textAreaTop" r="textAreaRight" b="textAreaBottom"/>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459" name="Freeform 36"/>
            <p:cNvSpPr/>
            <p:nvPr/>
          </p:nvSpPr>
          <p:spPr>
            <a:xfrm>
              <a:off x="973800" y="5897160"/>
              <a:ext cx="136440" cy="672840"/>
            </a:xfrm>
            <a:custGeom>
              <a:avLst/>
              <a:gdLst>
                <a:gd name="textAreaLeft" fmla="*/ 0 w 136440"/>
                <a:gd name="textAreaRight" fmla="*/ 137880 w 136440"/>
                <a:gd name="textAreaTop" fmla="*/ 0 h 672840"/>
                <a:gd name="textAreaBottom" fmla="*/ 674280 h 672840"/>
              </a:gdLst>
              <a:ahLst/>
              <a:cxnLst/>
              <a:rect l="textAreaLeft" t="textAreaTop" r="textAreaRight" b="textAreaBottom"/>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460" name="Freeform 37"/>
            <p:cNvSpPr/>
            <p:nvPr/>
          </p:nvSpPr>
          <p:spPr>
            <a:xfrm>
              <a:off x="973800" y="5772600"/>
              <a:ext cx="36720" cy="226440"/>
            </a:xfrm>
            <a:custGeom>
              <a:avLst/>
              <a:gdLst>
                <a:gd name="textAreaLeft" fmla="*/ 0 w 36720"/>
                <a:gd name="textAreaRight" fmla="*/ 38160 w 36720"/>
                <a:gd name="textAreaTop" fmla="*/ 0 h 226440"/>
                <a:gd name="textAreaBottom" fmla="*/ 227880 h 226440"/>
              </a:gdLst>
              <a:ahLst/>
              <a:cxnLst/>
              <a:rect l="textAreaLeft" t="textAreaTop" r="textAreaRight" b="textAreaBottom"/>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461" name="Freeform 38"/>
            <p:cNvSpPr/>
            <p:nvPr/>
          </p:nvSpPr>
          <p:spPr>
            <a:xfrm>
              <a:off x="1006200" y="6322680"/>
              <a:ext cx="209160" cy="529200"/>
            </a:xfrm>
            <a:custGeom>
              <a:avLst/>
              <a:gdLst>
                <a:gd name="textAreaLeft" fmla="*/ 0 w 209160"/>
                <a:gd name="textAreaRight" fmla="*/ 210600 w 209160"/>
                <a:gd name="textAreaTop" fmla="*/ 0 h 529200"/>
                <a:gd name="textAreaBottom" fmla="*/ 530640 h 529200"/>
              </a:gdLst>
              <a:ahLst/>
              <a:cxnLst/>
              <a:rect l="textAreaLeft" t="textAreaTop" r="textAreaRight" b="textAreaBottom"/>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grpSp>
      <p:sp>
        <p:nvSpPr>
          <p:cNvPr id="462" name="Rectangle 6"/>
          <p:cNvSpPr/>
          <p:nvPr/>
        </p:nvSpPr>
        <p:spPr>
          <a:xfrm>
            <a:off x="0" y="0"/>
            <a:ext cx="181440" cy="6856560"/>
          </a:xfrm>
          <a:prstGeom prst="rect">
            <a:avLst/>
          </a:prstGeom>
          <a:solidFill>
            <a:schemeClr val="tx2"/>
          </a:solidFill>
          <a:ln>
            <a:noFill/>
          </a:ln>
          <a:effectLst>
            <a:outerShdw blurRad="38160" dir="5400000" dist="25560" rotWithShape="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463" name="PlaceHolder 1"/>
          <p:cNvSpPr>
            <a:spLocks noGrp="1"/>
          </p:cNvSpPr>
          <p:nvPr>
            <p:ph type="title"/>
          </p:nvPr>
        </p:nvSpPr>
        <p:spPr>
          <a:xfrm>
            <a:off x="2589120" y="2438280"/>
            <a:ext cx="8913960" cy="2723400"/>
          </a:xfrm>
          <a:prstGeom prst="rect">
            <a:avLst/>
          </a:prstGeom>
          <a:noFill/>
          <a:ln w="0">
            <a:noFill/>
          </a:ln>
        </p:spPr>
        <p:txBody>
          <a:bodyPr lIns="91440" rIns="91440" tIns="45720" bIns="45720" anchor="b">
            <a:normAutofit/>
          </a:bodyPr>
          <a:p>
            <a:pPr indent="0" defTabSz="457200">
              <a:lnSpc>
                <a:spcPct val="100000"/>
              </a:lnSpc>
              <a:buNone/>
              <a:tabLst>
                <a:tab algn="l" pos="0"/>
              </a:tabLst>
            </a:pPr>
            <a:r>
              <a:rPr lang="en-US" sz="4800" b="0" u="none" strike="noStrike">
                <a:solidFill>
                  <a:schemeClr val="dk1">
                    <a:lumMod val="85000"/>
                    <a:lumOff val="15000"/>
                  </a:schemeClr>
                </a:solidFill>
                <a:effectLst/>
                <a:uFillTx/>
                <a:latin typeface="Century Gothic"/>
              </a:rPr>
              <a:t>Click to edit Master title style</a:t>
            </a:r>
            <a:endParaRPr lang="en-US" sz="4800" b="0" u="none" strike="noStrike">
              <a:solidFill>
                <a:srgbClr val="000000"/>
              </a:solidFill>
              <a:effectLst/>
              <a:uFillTx/>
              <a:latin typeface="Arial"/>
            </a:endParaRPr>
          </a:p>
        </p:txBody>
      </p:sp>
      <p:sp>
        <p:nvSpPr>
          <p:cNvPr id="464" name="PlaceHolder 2"/>
          <p:cNvSpPr>
            <a:spLocks noGrp="1"/>
          </p:cNvSpPr>
          <p:nvPr>
            <p:ph type="body"/>
          </p:nvPr>
        </p:nvSpPr>
        <p:spPr>
          <a:xfrm>
            <a:off x="2589120" y="5181480"/>
            <a:ext cx="8913960" cy="728280"/>
          </a:xfrm>
          <a:prstGeom prst="rect">
            <a:avLst/>
          </a:prstGeom>
          <a:noFill/>
          <a:ln w="0">
            <a:noFill/>
          </a:ln>
        </p:spPr>
        <p:txBody>
          <a:bodyPr lIns="91440" rIns="91440" tIns="45720" bIns="45720" anchor="t">
            <a:normAutofit/>
          </a:bodyPr>
          <a:p>
            <a:pPr indent="0" defTabSz="457200">
              <a:lnSpc>
                <a:spcPct val="100000"/>
              </a:lnSpc>
              <a:spcBef>
                <a:spcPts val="1001"/>
              </a:spcBef>
              <a:buNone/>
              <a:tabLst>
                <a:tab algn="l" pos="0"/>
              </a:tabLst>
            </a:pPr>
            <a:r>
              <a:rPr lang="en-US" sz="1800" b="0" u="none" strike="noStrike">
                <a:solidFill>
                  <a:schemeClr val="dk1">
                    <a:lumMod val="65000"/>
                    <a:lumOff val="35000"/>
                  </a:schemeClr>
                </a:solidFill>
                <a:effectLst/>
                <a:uFillTx/>
                <a:latin typeface="Century Gothic"/>
              </a:rPr>
              <a:t>Click to edit Master text styles</a:t>
            </a:r>
            <a:endParaRPr lang="en-US" sz="1800" b="0" u="none" strike="noStrike">
              <a:solidFill>
                <a:srgbClr val="000000"/>
              </a:solidFill>
              <a:effectLst/>
              <a:uFillTx/>
              <a:latin typeface="Arial"/>
            </a:endParaRPr>
          </a:p>
        </p:txBody>
      </p:sp>
      <p:sp>
        <p:nvSpPr>
          <p:cNvPr id="465" name="PlaceHolder 3"/>
          <p:cNvSpPr>
            <a:spLocks noGrp="1"/>
          </p:cNvSpPr>
          <p:nvPr>
            <p:ph type="dt" idx="40"/>
          </p:nvPr>
        </p:nvSpPr>
        <p:spPr>
          <a:xfrm>
            <a:off x="10361520" y="6130440"/>
            <a:ext cx="1144800" cy="3690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US" sz="900" b="0" u="none" strike="noStrike">
                <a:solidFill>
                  <a:schemeClr val="dk1">
                    <a:tint val="75000"/>
                  </a:schemeClr>
                </a:solidFill>
                <a:effectLst/>
                <a:uFillTx/>
                <a:latin typeface="Century Gothic"/>
              </a:defRPr>
            </a:lvl1pPr>
          </a:lstStyle>
          <a:p>
            <a:pPr indent="0" algn="r" defTabSz="457200">
              <a:lnSpc>
                <a:spcPct val="100000"/>
              </a:lnSpc>
              <a:buNone/>
              <a:tabLst>
                <a:tab algn="l" pos="0"/>
              </a:tabLst>
            </a:pPr>
            <a:r>
              <a:rPr lang="en-US" sz="900" b="0" u="none" strike="noStrike">
                <a:solidFill>
                  <a:schemeClr val="dk1">
                    <a:tint val="75000"/>
                  </a:schemeClr>
                </a:solidFill>
                <a:effectLst/>
                <a:uFillTx/>
                <a:latin typeface="Century Gothic"/>
              </a:rPr>
              <a:t>&lt;date/time&gt;</a:t>
            </a:r>
            <a:endParaRPr lang="en-US" sz="900" b="0" u="none" strike="noStrike">
              <a:solidFill>
                <a:srgbClr val="000000"/>
              </a:solidFill>
              <a:effectLst/>
              <a:uFillTx/>
              <a:latin typeface="Times New Roman"/>
            </a:endParaRPr>
          </a:p>
        </p:txBody>
      </p:sp>
      <p:sp>
        <p:nvSpPr>
          <p:cNvPr id="466" name="PlaceHolder 4"/>
          <p:cNvSpPr>
            <a:spLocks noGrp="1"/>
          </p:cNvSpPr>
          <p:nvPr>
            <p:ph type="ftr" idx="41"/>
          </p:nvPr>
        </p:nvSpPr>
        <p:spPr>
          <a:xfrm>
            <a:off x="2589120" y="6135840"/>
            <a:ext cx="7618680" cy="36360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Times New Roman"/>
              </a:defRPr>
            </a:lvl1pPr>
          </a:lstStyle>
          <a:p>
            <a:pPr indent="0" algn="ctr">
              <a:lnSpc>
                <a:spcPct val="100000"/>
              </a:lnSpc>
              <a:buNone/>
              <a:tabLst>
                <a:tab algn="l" pos="0"/>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467" name="Freeform 11"/>
          <p:cNvSpPr/>
          <p:nvPr/>
        </p:nvSpPr>
        <p:spPr>
          <a:xfrm flipV="1">
            <a:off x="-2880" y="4910400"/>
            <a:ext cx="1587240" cy="505800"/>
          </a:xfrm>
          <a:custGeom>
            <a:avLst/>
            <a:gdLst>
              <a:gd name="textAreaLeft" fmla="*/ 0 w 1587240"/>
              <a:gd name="textAreaRight" fmla="*/ 1588680 w 1587240"/>
              <a:gd name="textAreaTop" fmla="*/ 720 h 505800"/>
              <a:gd name="textAreaBottom" fmla="*/ 507960 h 505800"/>
            </a:gdLst>
            <a:ahLst/>
            <a:cxnLst/>
            <a:rect l="textAreaLeft" t="textAreaTop" r="textAreaRight" b="textAreaBottom"/>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468" name="PlaceHolder 5"/>
          <p:cNvSpPr>
            <a:spLocks noGrp="1"/>
          </p:cNvSpPr>
          <p:nvPr>
            <p:ph type="sldNum" idx="42"/>
          </p:nvPr>
        </p:nvSpPr>
        <p:spPr>
          <a:xfrm>
            <a:off x="531720" y="4983120"/>
            <a:ext cx="77832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US" sz="2000" b="0" u="none" strike="noStrike">
                <a:solidFill>
                  <a:srgbClr val="feffff"/>
                </a:solidFill>
                <a:effectLst/>
                <a:uFillTx/>
                <a:latin typeface="Century Gothic"/>
              </a:defRPr>
            </a:lvl1pPr>
          </a:lstStyle>
          <a:p>
            <a:pPr indent="0" algn="r" defTabSz="457200">
              <a:lnSpc>
                <a:spcPct val="100000"/>
              </a:lnSpc>
              <a:buNone/>
              <a:tabLst>
                <a:tab algn="l" pos="0"/>
              </a:tabLst>
            </a:pPr>
            <a:fld id="{652AFC97-3F70-48D4-A7BD-2B72075E50F2}" type="slidenum">
              <a:rPr lang="en-US" sz="2000" b="0" u="none" strike="noStrike">
                <a:solidFill>
                  <a:srgbClr val="feffff"/>
                </a:solidFill>
                <a:effectLst/>
                <a:uFillTx/>
                <a:latin typeface="Century Gothic"/>
              </a:rPr>
              <a:t>&lt;number&gt;</a:t>
            </a:fld>
            <a:endParaRPr lang="en-US" sz="2000" b="0" u="none" strike="noStrike">
              <a:solidFill>
                <a:srgbClr val="000000"/>
              </a:solidFill>
              <a:effectLst/>
              <a:uFillTx/>
              <a:latin typeface="Times New Roman"/>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Quote Name Card">
    <p:bg>
      <p:bgPr>
        <a:gradFill rotWithShape="0">
          <a:gsLst>
            <a:gs pos="0">
              <a:srgbClr val="ffffff"/>
            </a:gs>
            <a:gs pos="100000">
              <a:srgbClr val="dfe7c4"/>
            </a:gs>
          </a:gsLst>
          <a:path path="circle">
            <a:fillToRect l="25000" t="25000" r="75000" b="75000"/>
          </a:path>
        </a:gradFill>
      </p:bgPr>
    </p:bg>
    <p:spTree>
      <p:nvGrpSpPr>
        <p:cNvPr id="1" name=""/>
        <p:cNvGrpSpPr/>
        <p:nvPr/>
      </p:nvGrpSpPr>
      <p:grpSpPr>
        <a:xfrm>
          <a:off x="0" y="0"/>
          <a:ext cx="0" cy="0"/>
          <a:chOff x="0" y="0"/>
          <a:chExt cx="0" cy="0"/>
        </a:xfrm>
      </p:grpSpPr>
      <p:grpSp>
        <p:nvGrpSpPr>
          <p:cNvPr id="469" name="Group 22"/>
          <p:cNvGrpSpPr/>
          <p:nvPr/>
        </p:nvGrpSpPr>
        <p:grpSpPr>
          <a:xfrm>
            <a:off x="0" y="228600"/>
            <a:ext cx="2850120" cy="6637320"/>
            <a:chOff x="0" y="228600"/>
            <a:chExt cx="2850120" cy="6637320"/>
          </a:xfrm>
        </p:grpSpPr>
        <p:sp>
          <p:nvSpPr>
            <p:cNvPr id="470" name="Freeform 11"/>
            <p:cNvSpPr/>
            <p:nvPr/>
          </p:nvSpPr>
          <p:spPr>
            <a:xfrm>
              <a:off x="0" y="2575080"/>
              <a:ext cx="99360" cy="624600"/>
            </a:xfrm>
            <a:custGeom>
              <a:avLst/>
              <a:gdLst>
                <a:gd name="textAreaLeft" fmla="*/ 0 w 99360"/>
                <a:gd name="textAreaRight" fmla="*/ 100800 w 99360"/>
                <a:gd name="textAreaTop" fmla="*/ 0 h 624600"/>
                <a:gd name="textAreaBottom" fmla="*/ 626040 h 624600"/>
              </a:gdLst>
              <a:ahLst/>
              <a:cxnLst/>
              <a:rect l="textAreaLeft" t="textAreaTop" r="textAreaRight" b="textAreaBottom"/>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471" name="Freeform 12"/>
            <p:cNvSpPr/>
            <p:nvPr/>
          </p:nvSpPr>
          <p:spPr>
            <a:xfrm>
              <a:off x="128520" y="3156480"/>
              <a:ext cx="645120" cy="2320920"/>
            </a:xfrm>
            <a:custGeom>
              <a:avLst/>
              <a:gdLst>
                <a:gd name="textAreaLeft" fmla="*/ 0 w 645120"/>
                <a:gd name="textAreaRight" fmla="*/ 646560 w 645120"/>
                <a:gd name="textAreaTop" fmla="*/ 0 h 2320920"/>
                <a:gd name="textAreaBottom" fmla="*/ 2322360 h 2320920"/>
              </a:gdLst>
              <a:ahLst/>
              <a:cxnLst/>
              <a:rect l="textAreaLeft" t="textAreaTop" r="textAreaRight" b="textAreaBottom"/>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472" name="Freeform 13"/>
            <p:cNvSpPr/>
            <p:nvPr/>
          </p:nvSpPr>
          <p:spPr>
            <a:xfrm>
              <a:off x="807120" y="5447160"/>
              <a:ext cx="608040" cy="1418760"/>
            </a:xfrm>
            <a:custGeom>
              <a:avLst/>
              <a:gdLst>
                <a:gd name="textAreaLeft" fmla="*/ 0 w 608040"/>
                <a:gd name="textAreaRight" fmla="*/ 609480 w 608040"/>
                <a:gd name="textAreaTop" fmla="*/ 0 h 1418760"/>
                <a:gd name="textAreaBottom" fmla="*/ 1420200 h 1418760"/>
              </a:gdLst>
              <a:ahLst/>
              <a:cxnLst/>
              <a:rect l="textAreaLeft" t="textAreaTop" r="textAreaRight" b="textAreaBottom"/>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473" name="Freeform 14"/>
            <p:cNvSpPr/>
            <p:nvPr/>
          </p:nvSpPr>
          <p:spPr>
            <a:xfrm>
              <a:off x="959760" y="6503760"/>
              <a:ext cx="169920" cy="362160"/>
            </a:xfrm>
            <a:custGeom>
              <a:avLst/>
              <a:gdLst>
                <a:gd name="textAreaLeft" fmla="*/ 0 w 169920"/>
                <a:gd name="textAreaRight" fmla="*/ 171360 w 169920"/>
                <a:gd name="textAreaTop" fmla="*/ 0 h 362160"/>
                <a:gd name="textAreaBottom" fmla="*/ 363600 h 362160"/>
              </a:gdLst>
              <a:ahLst/>
              <a:cxnLst/>
              <a:rect l="textAreaLeft" t="textAreaTop" r="textAreaRight" b="textAreaBottom"/>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474" name="Freeform 15"/>
            <p:cNvSpPr/>
            <p:nvPr/>
          </p:nvSpPr>
          <p:spPr>
            <a:xfrm>
              <a:off x="100800" y="3201120"/>
              <a:ext cx="820440" cy="3327120"/>
            </a:xfrm>
            <a:custGeom>
              <a:avLst/>
              <a:gdLst>
                <a:gd name="textAreaLeft" fmla="*/ 0 w 820440"/>
                <a:gd name="textAreaRight" fmla="*/ 821880 w 820440"/>
                <a:gd name="textAreaTop" fmla="*/ 0 h 3327120"/>
                <a:gd name="textAreaBottom" fmla="*/ 3328560 h 3327120"/>
              </a:gdLst>
              <a:ahLst/>
              <a:cxnLst/>
              <a:rect l="textAreaLeft" t="textAreaTop" r="textAreaRight" b="textAreaBottom"/>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475" name="Freeform 16"/>
            <p:cNvSpPr/>
            <p:nvPr/>
          </p:nvSpPr>
          <p:spPr>
            <a:xfrm>
              <a:off x="22320" y="228600"/>
              <a:ext cx="104760" cy="2926440"/>
            </a:xfrm>
            <a:custGeom>
              <a:avLst/>
              <a:gdLst>
                <a:gd name="textAreaLeft" fmla="*/ 0 w 104760"/>
                <a:gd name="textAreaRight" fmla="*/ 106200 w 104760"/>
                <a:gd name="textAreaTop" fmla="*/ 0 h 2926440"/>
                <a:gd name="textAreaBottom" fmla="*/ 2927880 h 2926440"/>
              </a:gdLst>
              <a:ahLst/>
              <a:cxnLst/>
              <a:rect l="textAreaLeft" t="textAreaTop" r="textAreaRight" b="textAreaBottom"/>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476" name="Freeform 17"/>
            <p:cNvSpPr/>
            <p:nvPr/>
          </p:nvSpPr>
          <p:spPr>
            <a:xfrm>
              <a:off x="78120" y="2944080"/>
              <a:ext cx="76680" cy="492480"/>
            </a:xfrm>
            <a:custGeom>
              <a:avLst/>
              <a:gdLst>
                <a:gd name="textAreaLeft" fmla="*/ 0 w 76680"/>
                <a:gd name="textAreaRight" fmla="*/ 78120 w 76680"/>
                <a:gd name="textAreaTop" fmla="*/ 0 h 492480"/>
                <a:gd name="textAreaBottom" fmla="*/ 493920 h 492480"/>
              </a:gdLst>
              <a:ahLst/>
              <a:cxnLst/>
              <a:rect l="textAreaLeft" t="textAreaTop" r="textAreaRight" b="textAreaBottom"/>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477" name="Freeform 18"/>
            <p:cNvSpPr/>
            <p:nvPr/>
          </p:nvSpPr>
          <p:spPr>
            <a:xfrm>
              <a:off x="769680" y="5478840"/>
              <a:ext cx="188640" cy="1023480"/>
            </a:xfrm>
            <a:custGeom>
              <a:avLst/>
              <a:gdLst>
                <a:gd name="textAreaLeft" fmla="*/ 0 w 188640"/>
                <a:gd name="textAreaRight" fmla="*/ 190080 w 188640"/>
                <a:gd name="textAreaTop" fmla="*/ 0 h 1023480"/>
                <a:gd name="textAreaBottom" fmla="*/ 1024920 h 1023480"/>
              </a:gdLst>
              <a:ahLst/>
              <a:cxnLst/>
              <a:rect l="textAreaLeft" t="textAreaTop" r="textAreaRight" b="textAreaBottom"/>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478" name="Freeform 19"/>
            <p:cNvSpPr/>
            <p:nvPr/>
          </p:nvSpPr>
          <p:spPr>
            <a:xfrm>
              <a:off x="775440" y="1398960"/>
              <a:ext cx="2074680" cy="4046760"/>
            </a:xfrm>
            <a:custGeom>
              <a:avLst/>
              <a:gdLst>
                <a:gd name="textAreaLeft" fmla="*/ 0 w 2074680"/>
                <a:gd name="textAreaRight" fmla="*/ 2076120 w 2074680"/>
                <a:gd name="textAreaTop" fmla="*/ 0 h 4046760"/>
                <a:gd name="textAreaBottom" fmla="*/ 4048200 h 4046760"/>
              </a:gdLst>
              <a:ahLst/>
              <a:cxnLst/>
              <a:rect l="textAreaLeft" t="textAreaTop" r="textAreaRight" b="textAreaBottom"/>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479" name="Freeform 20"/>
            <p:cNvSpPr/>
            <p:nvPr/>
          </p:nvSpPr>
          <p:spPr>
            <a:xfrm>
              <a:off x="922680" y="6530040"/>
              <a:ext cx="160560" cy="335880"/>
            </a:xfrm>
            <a:custGeom>
              <a:avLst/>
              <a:gdLst>
                <a:gd name="textAreaLeft" fmla="*/ 0 w 160560"/>
                <a:gd name="textAreaRight" fmla="*/ 162000 w 160560"/>
                <a:gd name="textAreaTop" fmla="*/ 0 h 335880"/>
                <a:gd name="textAreaBottom" fmla="*/ 337320 h 335880"/>
              </a:gdLst>
              <a:ahLst/>
              <a:cxnLst/>
              <a:rect l="textAreaLeft" t="textAreaTop" r="textAreaRight" b="textAreaBottom"/>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480" name="Freeform 21"/>
            <p:cNvSpPr/>
            <p:nvPr/>
          </p:nvSpPr>
          <p:spPr>
            <a:xfrm>
              <a:off x="769680" y="5359320"/>
              <a:ext cx="36000" cy="220320"/>
            </a:xfrm>
            <a:custGeom>
              <a:avLst/>
              <a:gdLst>
                <a:gd name="textAreaLeft" fmla="*/ 0 w 36000"/>
                <a:gd name="textAreaRight" fmla="*/ 37440 w 36000"/>
                <a:gd name="textAreaTop" fmla="*/ 0 h 220320"/>
                <a:gd name="textAreaBottom" fmla="*/ 221760 h 220320"/>
              </a:gdLst>
              <a:ahLst/>
              <a:cxnLst/>
              <a:rect l="textAreaLeft" t="textAreaTop" r="textAreaRight" b="textAreaBottom"/>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481" name="Freeform 22"/>
            <p:cNvSpPr/>
            <p:nvPr/>
          </p:nvSpPr>
          <p:spPr>
            <a:xfrm>
              <a:off x="849960" y="6244560"/>
              <a:ext cx="237240" cy="621000"/>
            </a:xfrm>
            <a:custGeom>
              <a:avLst/>
              <a:gdLst>
                <a:gd name="textAreaLeft" fmla="*/ 0 w 237240"/>
                <a:gd name="textAreaRight" fmla="*/ 238680 w 237240"/>
                <a:gd name="textAreaTop" fmla="*/ 0 h 621000"/>
                <a:gd name="textAreaBottom" fmla="*/ 622440 h 621000"/>
              </a:gdLst>
              <a:ahLst/>
              <a:cxnLst/>
              <a:rect l="textAreaLeft" t="textAreaTop" r="textAreaRight" b="textAreaBottom"/>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grpSp>
      <p:grpSp>
        <p:nvGrpSpPr>
          <p:cNvPr id="482" name="Group 9"/>
          <p:cNvGrpSpPr/>
          <p:nvPr/>
        </p:nvGrpSpPr>
        <p:grpSpPr>
          <a:xfrm>
            <a:off x="27360" y="-720"/>
            <a:ext cx="2355120" cy="6852600"/>
            <a:chOff x="27360" y="-720"/>
            <a:chExt cx="2355120" cy="6852600"/>
          </a:xfrm>
        </p:grpSpPr>
        <p:sp>
          <p:nvSpPr>
            <p:cNvPr id="483" name="Freeform 27"/>
            <p:cNvSpPr/>
            <p:nvPr/>
          </p:nvSpPr>
          <p:spPr>
            <a:xfrm>
              <a:off x="27360" y="-720"/>
              <a:ext cx="492840" cy="4399560"/>
            </a:xfrm>
            <a:custGeom>
              <a:avLst/>
              <a:gdLst>
                <a:gd name="textAreaLeft" fmla="*/ 0 w 492840"/>
                <a:gd name="textAreaRight" fmla="*/ 494280 w 492840"/>
                <a:gd name="textAreaTop" fmla="*/ 0 h 4399560"/>
                <a:gd name="textAreaBottom" fmla="*/ 4401000 h 4399560"/>
              </a:gdLst>
              <a:ahLst/>
              <a:cxnLst/>
              <a:rect l="textAreaLeft" t="textAreaTop" r="textAreaRight" b="textAreaBottom"/>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484" name="Freeform 28"/>
            <p:cNvSpPr/>
            <p:nvPr/>
          </p:nvSpPr>
          <p:spPr>
            <a:xfrm>
              <a:off x="550440" y="4316400"/>
              <a:ext cx="421920" cy="1579320"/>
            </a:xfrm>
            <a:custGeom>
              <a:avLst/>
              <a:gdLst>
                <a:gd name="textAreaLeft" fmla="*/ 0 w 421920"/>
                <a:gd name="textAreaRight" fmla="*/ 423360 w 421920"/>
                <a:gd name="textAreaTop" fmla="*/ 0 h 1579320"/>
                <a:gd name="textAreaBottom" fmla="*/ 1580760 h 1579320"/>
              </a:gdLst>
              <a:ahLst/>
              <a:cxnLst/>
              <a:rect l="textAreaLeft" t="textAreaTop" r="textAreaRight" b="textAreaBottom"/>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485" name="Freeform 29"/>
            <p:cNvSpPr/>
            <p:nvPr/>
          </p:nvSpPr>
          <p:spPr>
            <a:xfrm>
              <a:off x="1006200" y="5862600"/>
              <a:ext cx="429480" cy="989280"/>
            </a:xfrm>
            <a:custGeom>
              <a:avLst/>
              <a:gdLst>
                <a:gd name="textAreaLeft" fmla="*/ 0 w 429480"/>
                <a:gd name="textAreaRight" fmla="*/ 430920 w 429480"/>
                <a:gd name="textAreaTop" fmla="*/ 0 h 989280"/>
                <a:gd name="textAreaBottom" fmla="*/ 990720 h 989280"/>
              </a:gdLst>
              <a:ahLst/>
              <a:cxnLst/>
              <a:rect l="textAreaLeft" t="textAreaTop" r="textAreaRight" b="textAreaBottom"/>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486" name="Freeform 30"/>
            <p:cNvSpPr/>
            <p:nvPr/>
          </p:nvSpPr>
          <p:spPr>
            <a:xfrm>
              <a:off x="521640" y="4364280"/>
              <a:ext cx="550440" cy="2234520"/>
            </a:xfrm>
            <a:custGeom>
              <a:avLst/>
              <a:gdLst>
                <a:gd name="textAreaLeft" fmla="*/ 0 w 550440"/>
                <a:gd name="textAreaRight" fmla="*/ 551880 w 550440"/>
                <a:gd name="textAreaTop" fmla="*/ 0 h 2234520"/>
                <a:gd name="textAreaBottom" fmla="*/ 2235960 h 2234520"/>
              </a:gdLst>
              <a:ahLst/>
              <a:cxnLst/>
              <a:rect l="textAreaLeft" t="textAreaTop" r="textAreaRight" b="textAreaBottom"/>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487" name="Freeform 31"/>
            <p:cNvSpPr/>
            <p:nvPr/>
          </p:nvSpPr>
          <p:spPr>
            <a:xfrm>
              <a:off x="468000" y="1289160"/>
              <a:ext cx="172800" cy="3025800"/>
            </a:xfrm>
            <a:custGeom>
              <a:avLst/>
              <a:gdLst>
                <a:gd name="textAreaLeft" fmla="*/ 0 w 172800"/>
                <a:gd name="textAreaRight" fmla="*/ 174240 w 172800"/>
                <a:gd name="textAreaTop" fmla="*/ 0 h 3025800"/>
                <a:gd name="textAreaBottom" fmla="*/ 3027240 h 3025800"/>
              </a:gdLst>
              <a:ahLst/>
              <a:cxnLst/>
              <a:rect l="textAreaLeft" t="textAreaTop" r="textAreaRight" b="textAreaBottom"/>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488" name="Freeform 32"/>
            <p:cNvSpPr/>
            <p:nvPr/>
          </p:nvSpPr>
          <p:spPr>
            <a:xfrm>
              <a:off x="1111680" y="6571440"/>
              <a:ext cx="132840" cy="280080"/>
            </a:xfrm>
            <a:custGeom>
              <a:avLst/>
              <a:gdLst>
                <a:gd name="textAreaLeft" fmla="*/ 0 w 132840"/>
                <a:gd name="textAreaRight" fmla="*/ 134280 w 132840"/>
                <a:gd name="textAreaTop" fmla="*/ 0 h 280080"/>
                <a:gd name="textAreaBottom" fmla="*/ 281520 h 280080"/>
              </a:gdLst>
              <a:ahLst/>
              <a:cxnLst/>
              <a:rect l="textAreaLeft" t="textAreaTop" r="textAreaRight" b="textAreaBottom"/>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489" name="Freeform 33"/>
            <p:cNvSpPr/>
            <p:nvPr/>
          </p:nvSpPr>
          <p:spPr>
            <a:xfrm>
              <a:off x="502560" y="4107600"/>
              <a:ext cx="81000" cy="510120"/>
            </a:xfrm>
            <a:custGeom>
              <a:avLst/>
              <a:gdLst>
                <a:gd name="textAreaLeft" fmla="*/ 0 w 81000"/>
                <a:gd name="textAreaRight" fmla="*/ 82440 w 81000"/>
                <a:gd name="textAreaTop" fmla="*/ 0 h 510120"/>
                <a:gd name="textAreaBottom" fmla="*/ 511560 h 510120"/>
              </a:gdLst>
              <a:ahLst/>
              <a:cxnLst/>
              <a:rect l="textAreaLeft" t="textAreaTop" r="textAreaRight" b="textAreaBottom"/>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490" name="Freeform 34"/>
            <p:cNvSpPr/>
            <p:nvPr/>
          </p:nvSpPr>
          <p:spPr>
            <a:xfrm>
              <a:off x="973800" y="3145680"/>
              <a:ext cx="1408680" cy="2715480"/>
            </a:xfrm>
            <a:custGeom>
              <a:avLst/>
              <a:gdLst>
                <a:gd name="textAreaLeft" fmla="*/ 0 w 1408680"/>
                <a:gd name="textAreaRight" fmla="*/ 1410120 w 1408680"/>
                <a:gd name="textAreaTop" fmla="*/ 0 h 2715480"/>
                <a:gd name="textAreaBottom" fmla="*/ 2716920 h 2715480"/>
              </a:gdLst>
              <a:ahLst/>
              <a:cxnLst/>
              <a:rect l="textAreaLeft" t="textAreaTop" r="textAreaRight" b="textAreaBottom"/>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491" name="Freeform 35"/>
            <p:cNvSpPr/>
            <p:nvPr/>
          </p:nvSpPr>
          <p:spPr>
            <a:xfrm>
              <a:off x="1073520" y="6600240"/>
              <a:ext cx="119160" cy="251640"/>
            </a:xfrm>
            <a:custGeom>
              <a:avLst/>
              <a:gdLst>
                <a:gd name="textAreaLeft" fmla="*/ 0 w 119160"/>
                <a:gd name="textAreaRight" fmla="*/ 120600 w 119160"/>
                <a:gd name="textAreaTop" fmla="*/ 0 h 251640"/>
                <a:gd name="textAreaBottom" fmla="*/ 253080 h 251640"/>
              </a:gdLst>
              <a:ahLst/>
              <a:cxnLst/>
              <a:rect l="textAreaLeft" t="textAreaTop" r="textAreaRight" b="textAreaBottom"/>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492" name="Freeform 36"/>
            <p:cNvSpPr/>
            <p:nvPr/>
          </p:nvSpPr>
          <p:spPr>
            <a:xfrm>
              <a:off x="973800" y="5897160"/>
              <a:ext cx="136440" cy="672840"/>
            </a:xfrm>
            <a:custGeom>
              <a:avLst/>
              <a:gdLst>
                <a:gd name="textAreaLeft" fmla="*/ 0 w 136440"/>
                <a:gd name="textAreaRight" fmla="*/ 137880 w 136440"/>
                <a:gd name="textAreaTop" fmla="*/ 0 h 672840"/>
                <a:gd name="textAreaBottom" fmla="*/ 674280 h 672840"/>
              </a:gdLst>
              <a:ahLst/>
              <a:cxnLst/>
              <a:rect l="textAreaLeft" t="textAreaTop" r="textAreaRight" b="textAreaBottom"/>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493" name="Freeform 37"/>
            <p:cNvSpPr/>
            <p:nvPr/>
          </p:nvSpPr>
          <p:spPr>
            <a:xfrm>
              <a:off x="973800" y="5772600"/>
              <a:ext cx="36720" cy="226440"/>
            </a:xfrm>
            <a:custGeom>
              <a:avLst/>
              <a:gdLst>
                <a:gd name="textAreaLeft" fmla="*/ 0 w 36720"/>
                <a:gd name="textAreaRight" fmla="*/ 38160 w 36720"/>
                <a:gd name="textAreaTop" fmla="*/ 0 h 226440"/>
                <a:gd name="textAreaBottom" fmla="*/ 227880 h 226440"/>
              </a:gdLst>
              <a:ahLst/>
              <a:cxnLst/>
              <a:rect l="textAreaLeft" t="textAreaTop" r="textAreaRight" b="textAreaBottom"/>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494" name="Freeform 38"/>
            <p:cNvSpPr/>
            <p:nvPr/>
          </p:nvSpPr>
          <p:spPr>
            <a:xfrm>
              <a:off x="1006200" y="6322680"/>
              <a:ext cx="209160" cy="529200"/>
            </a:xfrm>
            <a:custGeom>
              <a:avLst/>
              <a:gdLst>
                <a:gd name="textAreaLeft" fmla="*/ 0 w 209160"/>
                <a:gd name="textAreaRight" fmla="*/ 210600 w 209160"/>
                <a:gd name="textAreaTop" fmla="*/ 0 h 529200"/>
                <a:gd name="textAreaBottom" fmla="*/ 530640 h 529200"/>
              </a:gdLst>
              <a:ahLst/>
              <a:cxnLst/>
              <a:rect l="textAreaLeft" t="textAreaTop" r="textAreaRight" b="textAreaBottom"/>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grpSp>
      <p:sp>
        <p:nvSpPr>
          <p:cNvPr id="495" name="Rectangle 6"/>
          <p:cNvSpPr/>
          <p:nvPr/>
        </p:nvSpPr>
        <p:spPr>
          <a:xfrm>
            <a:off x="0" y="0"/>
            <a:ext cx="181440" cy="6856560"/>
          </a:xfrm>
          <a:prstGeom prst="rect">
            <a:avLst/>
          </a:prstGeom>
          <a:solidFill>
            <a:schemeClr val="tx2"/>
          </a:solidFill>
          <a:ln>
            <a:noFill/>
          </a:ln>
          <a:effectLst>
            <a:outerShdw blurRad="38160" dir="5400000" dist="25560" rotWithShape="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496" name="PlaceHolder 1"/>
          <p:cNvSpPr>
            <a:spLocks noGrp="1"/>
          </p:cNvSpPr>
          <p:nvPr>
            <p:ph type="title"/>
          </p:nvPr>
        </p:nvSpPr>
        <p:spPr>
          <a:xfrm>
            <a:off x="2850120" y="609480"/>
            <a:ext cx="8392320" cy="2894040"/>
          </a:xfrm>
          <a:prstGeom prst="rect">
            <a:avLst/>
          </a:prstGeom>
          <a:noFill/>
          <a:ln w="0">
            <a:noFill/>
          </a:ln>
        </p:spPr>
        <p:txBody>
          <a:bodyPr lIns="91440" rIns="91440" tIns="45720" bIns="45720" anchor="ctr">
            <a:normAutofit/>
          </a:bodyPr>
          <a:p>
            <a:pPr indent="0" defTabSz="457200">
              <a:lnSpc>
                <a:spcPct val="100000"/>
              </a:lnSpc>
              <a:buNone/>
              <a:tabLst>
                <a:tab algn="l" pos="0"/>
              </a:tabLst>
            </a:pPr>
            <a:r>
              <a:rPr lang="en-US" sz="4800" b="0" u="none" strike="noStrike">
                <a:solidFill>
                  <a:schemeClr val="dk1">
                    <a:lumMod val="85000"/>
                    <a:lumOff val="15000"/>
                  </a:schemeClr>
                </a:solidFill>
                <a:effectLst/>
                <a:uFillTx/>
                <a:latin typeface="Century Gothic"/>
              </a:rPr>
              <a:t>Click to edit Master title style</a:t>
            </a:r>
            <a:endParaRPr lang="en-US" sz="4800" b="0" u="none" strike="noStrike">
              <a:solidFill>
                <a:srgbClr val="000000"/>
              </a:solidFill>
              <a:effectLst/>
              <a:uFillTx/>
              <a:latin typeface="Arial"/>
            </a:endParaRPr>
          </a:p>
        </p:txBody>
      </p:sp>
      <p:sp>
        <p:nvSpPr>
          <p:cNvPr id="497" name="PlaceHolder 2"/>
          <p:cNvSpPr>
            <a:spLocks noGrp="1"/>
          </p:cNvSpPr>
          <p:nvPr>
            <p:ph type="body"/>
          </p:nvPr>
        </p:nvSpPr>
        <p:spPr>
          <a:xfrm>
            <a:off x="2589120" y="4343400"/>
            <a:ext cx="8913960" cy="836640"/>
          </a:xfrm>
          <a:prstGeom prst="rect">
            <a:avLst/>
          </a:prstGeom>
          <a:noFill/>
          <a:ln w="0">
            <a:noFill/>
          </a:ln>
        </p:spPr>
        <p:txBody>
          <a:bodyPr lIns="91440" rIns="91440" tIns="45720" bIns="45720" anchor="b">
            <a:noAutofit/>
          </a:bodyPr>
          <a:p>
            <a:pPr indent="0" defTabSz="457200">
              <a:lnSpc>
                <a:spcPct val="100000"/>
              </a:lnSpc>
              <a:spcBef>
                <a:spcPts val="1001"/>
              </a:spcBef>
              <a:buNone/>
              <a:tabLst>
                <a:tab algn="l" pos="0"/>
              </a:tabLst>
            </a:pPr>
            <a:r>
              <a:rPr lang="en-US" sz="2400" b="0" u="none" strike="noStrike">
                <a:solidFill>
                  <a:schemeClr val="accent1"/>
                </a:solidFill>
                <a:effectLst/>
                <a:uFillTx/>
                <a:latin typeface="Century Gothic"/>
              </a:rPr>
              <a:t>Click to edit Master text styles</a:t>
            </a:r>
            <a:endParaRPr lang="en-US" sz="2400" b="0" u="none" strike="noStrike">
              <a:solidFill>
                <a:srgbClr val="000000"/>
              </a:solidFill>
              <a:effectLst/>
              <a:uFillTx/>
              <a:latin typeface="Arial"/>
            </a:endParaRPr>
          </a:p>
        </p:txBody>
      </p:sp>
      <p:sp>
        <p:nvSpPr>
          <p:cNvPr id="498" name="PlaceHolder 3"/>
          <p:cNvSpPr>
            <a:spLocks noGrp="1"/>
          </p:cNvSpPr>
          <p:nvPr>
            <p:ph type="body"/>
          </p:nvPr>
        </p:nvSpPr>
        <p:spPr>
          <a:xfrm>
            <a:off x="2589120" y="5181480"/>
            <a:ext cx="8913960" cy="728280"/>
          </a:xfrm>
          <a:prstGeom prst="rect">
            <a:avLst/>
          </a:prstGeom>
          <a:noFill/>
          <a:ln w="0">
            <a:noFill/>
          </a:ln>
        </p:spPr>
        <p:txBody>
          <a:bodyPr lIns="91440" rIns="91440" tIns="45720" bIns="45720" anchor="t">
            <a:normAutofit/>
          </a:bodyPr>
          <a:p>
            <a:pPr indent="0" defTabSz="457200">
              <a:lnSpc>
                <a:spcPct val="100000"/>
              </a:lnSpc>
              <a:spcBef>
                <a:spcPts val="1001"/>
              </a:spcBef>
              <a:buNone/>
              <a:tabLst>
                <a:tab algn="l" pos="0"/>
              </a:tabLst>
            </a:pPr>
            <a:r>
              <a:rPr lang="en-US" sz="1800" b="0" u="none" strike="noStrike">
                <a:solidFill>
                  <a:schemeClr val="dk1">
                    <a:lumMod val="65000"/>
                    <a:lumOff val="35000"/>
                  </a:schemeClr>
                </a:solidFill>
                <a:effectLst/>
                <a:uFillTx/>
                <a:latin typeface="Century Gothic"/>
              </a:rPr>
              <a:t>Click to edit Master text styles</a:t>
            </a:r>
            <a:endParaRPr lang="en-US" sz="1800" b="0" u="none" strike="noStrike">
              <a:solidFill>
                <a:srgbClr val="000000"/>
              </a:solidFill>
              <a:effectLst/>
              <a:uFillTx/>
              <a:latin typeface="Arial"/>
            </a:endParaRPr>
          </a:p>
        </p:txBody>
      </p:sp>
      <p:sp>
        <p:nvSpPr>
          <p:cNvPr id="499" name="PlaceHolder 4"/>
          <p:cNvSpPr>
            <a:spLocks noGrp="1"/>
          </p:cNvSpPr>
          <p:nvPr>
            <p:ph type="dt" idx="43"/>
          </p:nvPr>
        </p:nvSpPr>
        <p:spPr>
          <a:xfrm>
            <a:off x="10361520" y="6130440"/>
            <a:ext cx="1144800" cy="3690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US" sz="900" b="0" u="none" strike="noStrike">
                <a:solidFill>
                  <a:schemeClr val="dk1">
                    <a:tint val="75000"/>
                  </a:schemeClr>
                </a:solidFill>
                <a:effectLst/>
                <a:uFillTx/>
                <a:latin typeface="Century Gothic"/>
              </a:defRPr>
            </a:lvl1pPr>
          </a:lstStyle>
          <a:p>
            <a:pPr indent="0" algn="r" defTabSz="457200">
              <a:lnSpc>
                <a:spcPct val="100000"/>
              </a:lnSpc>
              <a:buNone/>
              <a:tabLst>
                <a:tab algn="l" pos="0"/>
              </a:tabLst>
            </a:pPr>
            <a:r>
              <a:rPr lang="en-US" sz="900" b="0" u="none" strike="noStrike">
                <a:solidFill>
                  <a:schemeClr val="dk1">
                    <a:tint val="75000"/>
                  </a:schemeClr>
                </a:solidFill>
                <a:effectLst/>
                <a:uFillTx/>
                <a:latin typeface="Century Gothic"/>
              </a:rPr>
              <a:t>&lt;date/time&gt;</a:t>
            </a:r>
            <a:endParaRPr lang="en-US" sz="900" b="0" u="none" strike="noStrike">
              <a:solidFill>
                <a:srgbClr val="000000"/>
              </a:solidFill>
              <a:effectLst/>
              <a:uFillTx/>
              <a:latin typeface="Times New Roman"/>
            </a:endParaRPr>
          </a:p>
        </p:txBody>
      </p:sp>
      <p:sp>
        <p:nvSpPr>
          <p:cNvPr id="500" name="PlaceHolder 5"/>
          <p:cNvSpPr>
            <a:spLocks noGrp="1"/>
          </p:cNvSpPr>
          <p:nvPr>
            <p:ph type="ftr" idx="44"/>
          </p:nvPr>
        </p:nvSpPr>
        <p:spPr>
          <a:xfrm>
            <a:off x="2589120" y="6135840"/>
            <a:ext cx="7618680" cy="36360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Times New Roman"/>
              </a:defRPr>
            </a:lvl1pPr>
          </a:lstStyle>
          <a:p>
            <a:pPr indent="0" algn="ctr">
              <a:lnSpc>
                <a:spcPct val="100000"/>
              </a:lnSpc>
              <a:buNone/>
              <a:tabLst>
                <a:tab algn="l" pos="0"/>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501" name="Freeform 11"/>
          <p:cNvSpPr/>
          <p:nvPr/>
        </p:nvSpPr>
        <p:spPr>
          <a:xfrm flipV="1">
            <a:off x="-2880" y="4910400"/>
            <a:ext cx="1587240" cy="505800"/>
          </a:xfrm>
          <a:custGeom>
            <a:avLst/>
            <a:gdLst>
              <a:gd name="textAreaLeft" fmla="*/ 0 w 1587240"/>
              <a:gd name="textAreaRight" fmla="*/ 1588680 w 1587240"/>
              <a:gd name="textAreaTop" fmla="*/ 720 h 505800"/>
              <a:gd name="textAreaBottom" fmla="*/ 507960 h 505800"/>
            </a:gdLst>
            <a:ahLst/>
            <a:cxnLst/>
            <a:rect l="textAreaLeft" t="textAreaTop" r="textAreaRight" b="textAreaBottom"/>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502" name="PlaceHolder 6"/>
          <p:cNvSpPr>
            <a:spLocks noGrp="1"/>
          </p:cNvSpPr>
          <p:nvPr>
            <p:ph type="sldNum" idx="45"/>
          </p:nvPr>
        </p:nvSpPr>
        <p:spPr>
          <a:xfrm>
            <a:off x="531720" y="4983120"/>
            <a:ext cx="77832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US" sz="2000" b="0" u="none" strike="noStrike">
                <a:solidFill>
                  <a:srgbClr val="feffff"/>
                </a:solidFill>
                <a:effectLst/>
                <a:uFillTx/>
                <a:latin typeface="Century Gothic"/>
              </a:defRPr>
            </a:lvl1pPr>
          </a:lstStyle>
          <a:p>
            <a:pPr indent="0" algn="r" defTabSz="457200">
              <a:lnSpc>
                <a:spcPct val="100000"/>
              </a:lnSpc>
              <a:buNone/>
              <a:tabLst>
                <a:tab algn="l" pos="0"/>
              </a:tabLst>
            </a:pPr>
            <a:fld id="{A50C6AE5-8051-41F0-8ACD-13ED964F7A41}" type="slidenum">
              <a:rPr lang="en-US" sz="2000" b="0" u="none" strike="noStrike">
                <a:solidFill>
                  <a:srgbClr val="feffff"/>
                </a:solidFill>
                <a:effectLst/>
                <a:uFillTx/>
                <a:latin typeface="Century Gothic"/>
              </a:rPr>
              <a:t>&lt;number&gt;</a:t>
            </a:fld>
            <a:endParaRPr lang="en-US" sz="2000" b="0" u="none" strike="noStrike">
              <a:solidFill>
                <a:srgbClr val="000000"/>
              </a:solidFill>
              <a:effectLst/>
              <a:uFillTx/>
              <a:latin typeface="Times New Roman"/>
            </a:endParaRPr>
          </a:p>
        </p:txBody>
      </p:sp>
      <p:sp>
        <p:nvSpPr>
          <p:cNvPr id="503" name="TextBox 16"/>
          <p:cNvSpPr/>
          <p:nvPr/>
        </p:nvSpPr>
        <p:spPr>
          <a:xfrm>
            <a:off x="2467800" y="648000"/>
            <a:ext cx="608040" cy="583200"/>
          </a:xfrm>
          <a:prstGeom prst="rect">
            <a:avLst/>
          </a:prstGeom>
          <a:noFill/>
          <a:ln w="0">
            <a:noFill/>
          </a:ln>
        </p:spPr>
        <p:style>
          <a:lnRef idx="0"/>
          <a:fillRef idx="0"/>
          <a:effectRef idx="0"/>
          <a:fontRef idx="minor"/>
        </p:style>
        <p:txBody>
          <a:bodyPr lIns="90000" rIns="90000" tIns="45000" bIns="45000" anchor="ctr">
            <a:noAutofit/>
          </a:bodyPr>
          <a:p>
            <a:pPr defTabSz="457200">
              <a:lnSpc>
                <a:spcPct val="100000"/>
              </a:lnSpc>
            </a:pPr>
            <a:r>
              <a:rPr lang="en-US" sz="8000" b="0" u="none" strike="noStrike">
                <a:solidFill>
                  <a:schemeClr val="accent1"/>
                </a:solidFill>
                <a:effectLst/>
                <a:uFillTx/>
                <a:latin typeface="Arial"/>
              </a:rPr>
              <a:t>“</a:t>
            </a:r>
            <a:endParaRPr lang="en-US" sz="8000" b="0" u="none" strike="noStrike">
              <a:solidFill>
                <a:srgbClr val="000000"/>
              </a:solidFill>
              <a:effectLst/>
              <a:uFillTx/>
              <a:latin typeface="Arial"/>
            </a:endParaRPr>
          </a:p>
        </p:txBody>
      </p:sp>
      <p:sp>
        <p:nvSpPr>
          <p:cNvPr id="504" name="TextBox 17"/>
          <p:cNvSpPr/>
          <p:nvPr/>
        </p:nvSpPr>
        <p:spPr>
          <a:xfrm>
            <a:off x="11115000" y="2905200"/>
            <a:ext cx="608040" cy="583200"/>
          </a:xfrm>
          <a:prstGeom prst="rect">
            <a:avLst/>
          </a:prstGeom>
          <a:noFill/>
          <a:ln w="0">
            <a:noFill/>
          </a:ln>
        </p:spPr>
        <p:style>
          <a:lnRef idx="0"/>
          <a:fillRef idx="0"/>
          <a:effectRef idx="0"/>
          <a:fontRef idx="minor"/>
        </p:style>
        <p:txBody>
          <a:bodyPr lIns="90000" rIns="90000" tIns="45000" bIns="45000" anchor="ctr">
            <a:noAutofit/>
          </a:bodyPr>
          <a:p>
            <a:pPr defTabSz="457200">
              <a:lnSpc>
                <a:spcPct val="100000"/>
              </a:lnSpc>
            </a:pPr>
            <a:r>
              <a:rPr lang="en-US" sz="8000" b="0" u="none" strike="noStrike">
                <a:solidFill>
                  <a:schemeClr val="accent1"/>
                </a:solidFill>
                <a:effectLst/>
                <a:uFillTx/>
                <a:latin typeface="Arial"/>
              </a:rPr>
              <a:t>”</a:t>
            </a:r>
            <a:endParaRPr lang="en-US" sz="8000" b="0" u="none" strike="noStrike">
              <a:solidFill>
                <a:srgbClr val="000000"/>
              </a:solidFill>
              <a:effectLst/>
              <a:uFillTx/>
              <a:latin typeface="Arial"/>
            </a:endParaRP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rue or False">
    <p:bg>
      <p:bgPr>
        <a:gradFill rotWithShape="0">
          <a:gsLst>
            <a:gs pos="0">
              <a:srgbClr val="ffffff"/>
            </a:gs>
            <a:gs pos="100000">
              <a:srgbClr val="dfe7c4"/>
            </a:gs>
          </a:gsLst>
          <a:path path="circle">
            <a:fillToRect l="25000" t="25000" r="75000" b="75000"/>
          </a:path>
        </a:gradFill>
      </p:bgPr>
    </p:bg>
    <p:spTree>
      <p:nvGrpSpPr>
        <p:cNvPr id="1" name=""/>
        <p:cNvGrpSpPr/>
        <p:nvPr/>
      </p:nvGrpSpPr>
      <p:grpSpPr>
        <a:xfrm>
          <a:off x="0" y="0"/>
          <a:ext cx="0" cy="0"/>
          <a:chOff x="0" y="0"/>
          <a:chExt cx="0" cy="0"/>
        </a:xfrm>
      </p:grpSpPr>
      <p:grpSp>
        <p:nvGrpSpPr>
          <p:cNvPr id="505" name="Group 22"/>
          <p:cNvGrpSpPr/>
          <p:nvPr/>
        </p:nvGrpSpPr>
        <p:grpSpPr>
          <a:xfrm>
            <a:off x="0" y="228600"/>
            <a:ext cx="2850120" cy="6637320"/>
            <a:chOff x="0" y="228600"/>
            <a:chExt cx="2850120" cy="6637320"/>
          </a:xfrm>
        </p:grpSpPr>
        <p:sp>
          <p:nvSpPr>
            <p:cNvPr id="506" name="Freeform 11"/>
            <p:cNvSpPr/>
            <p:nvPr/>
          </p:nvSpPr>
          <p:spPr>
            <a:xfrm>
              <a:off x="0" y="2575080"/>
              <a:ext cx="99360" cy="624600"/>
            </a:xfrm>
            <a:custGeom>
              <a:avLst/>
              <a:gdLst>
                <a:gd name="textAreaLeft" fmla="*/ 0 w 99360"/>
                <a:gd name="textAreaRight" fmla="*/ 100800 w 99360"/>
                <a:gd name="textAreaTop" fmla="*/ 0 h 624600"/>
                <a:gd name="textAreaBottom" fmla="*/ 626040 h 624600"/>
              </a:gdLst>
              <a:ahLst/>
              <a:cxnLst/>
              <a:rect l="textAreaLeft" t="textAreaTop" r="textAreaRight" b="textAreaBottom"/>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507" name="Freeform 12"/>
            <p:cNvSpPr/>
            <p:nvPr/>
          </p:nvSpPr>
          <p:spPr>
            <a:xfrm>
              <a:off x="128520" y="3156480"/>
              <a:ext cx="645120" cy="2320920"/>
            </a:xfrm>
            <a:custGeom>
              <a:avLst/>
              <a:gdLst>
                <a:gd name="textAreaLeft" fmla="*/ 0 w 645120"/>
                <a:gd name="textAreaRight" fmla="*/ 646560 w 645120"/>
                <a:gd name="textAreaTop" fmla="*/ 0 h 2320920"/>
                <a:gd name="textAreaBottom" fmla="*/ 2322360 h 2320920"/>
              </a:gdLst>
              <a:ahLst/>
              <a:cxnLst/>
              <a:rect l="textAreaLeft" t="textAreaTop" r="textAreaRight" b="textAreaBottom"/>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508" name="Freeform 13"/>
            <p:cNvSpPr/>
            <p:nvPr/>
          </p:nvSpPr>
          <p:spPr>
            <a:xfrm>
              <a:off x="807120" y="5447160"/>
              <a:ext cx="608040" cy="1418760"/>
            </a:xfrm>
            <a:custGeom>
              <a:avLst/>
              <a:gdLst>
                <a:gd name="textAreaLeft" fmla="*/ 0 w 608040"/>
                <a:gd name="textAreaRight" fmla="*/ 609480 w 608040"/>
                <a:gd name="textAreaTop" fmla="*/ 0 h 1418760"/>
                <a:gd name="textAreaBottom" fmla="*/ 1420200 h 1418760"/>
              </a:gdLst>
              <a:ahLst/>
              <a:cxnLst/>
              <a:rect l="textAreaLeft" t="textAreaTop" r="textAreaRight" b="textAreaBottom"/>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509" name="Freeform 14"/>
            <p:cNvSpPr/>
            <p:nvPr/>
          </p:nvSpPr>
          <p:spPr>
            <a:xfrm>
              <a:off x="959760" y="6503760"/>
              <a:ext cx="169920" cy="362160"/>
            </a:xfrm>
            <a:custGeom>
              <a:avLst/>
              <a:gdLst>
                <a:gd name="textAreaLeft" fmla="*/ 0 w 169920"/>
                <a:gd name="textAreaRight" fmla="*/ 171360 w 169920"/>
                <a:gd name="textAreaTop" fmla="*/ 0 h 362160"/>
                <a:gd name="textAreaBottom" fmla="*/ 363600 h 362160"/>
              </a:gdLst>
              <a:ahLst/>
              <a:cxnLst/>
              <a:rect l="textAreaLeft" t="textAreaTop" r="textAreaRight" b="textAreaBottom"/>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510" name="Freeform 15"/>
            <p:cNvSpPr/>
            <p:nvPr/>
          </p:nvSpPr>
          <p:spPr>
            <a:xfrm>
              <a:off x="100800" y="3201120"/>
              <a:ext cx="820440" cy="3327120"/>
            </a:xfrm>
            <a:custGeom>
              <a:avLst/>
              <a:gdLst>
                <a:gd name="textAreaLeft" fmla="*/ 0 w 820440"/>
                <a:gd name="textAreaRight" fmla="*/ 821880 w 820440"/>
                <a:gd name="textAreaTop" fmla="*/ 0 h 3327120"/>
                <a:gd name="textAreaBottom" fmla="*/ 3328560 h 3327120"/>
              </a:gdLst>
              <a:ahLst/>
              <a:cxnLst/>
              <a:rect l="textAreaLeft" t="textAreaTop" r="textAreaRight" b="textAreaBottom"/>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511" name="Freeform 16"/>
            <p:cNvSpPr/>
            <p:nvPr/>
          </p:nvSpPr>
          <p:spPr>
            <a:xfrm>
              <a:off x="22320" y="228600"/>
              <a:ext cx="104760" cy="2926440"/>
            </a:xfrm>
            <a:custGeom>
              <a:avLst/>
              <a:gdLst>
                <a:gd name="textAreaLeft" fmla="*/ 0 w 104760"/>
                <a:gd name="textAreaRight" fmla="*/ 106200 w 104760"/>
                <a:gd name="textAreaTop" fmla="*/ 0 h 2926440"/>
                <a:gd name="textAreaBottom" fmla="*/ 2927880 h 2926440"/>
              </a:gdLst>
              <a:ahLst/>
              <a:cxnLst/>
              <a:rect l="textAreaLeft" t="textAreaTop" r="textAreaRight" b="textAreaBottom"/>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512" name="Freeform 17"/>
            <p:cNvSpPr/>
            <p:nvPr/>
          </p:nvSpPr>
          <p:spPr>
            <a:xfrm>
              <a:off x="78120" y="2944080"/>
              <a:ext cx="76680" cy="492480"/>
            </a:xfrm>
            <a:custGeom>
              <a:avLst/>
              <a:gdLst>
                <a:gd name="textAreaLeft" fmla="*/ 0 w 76680"/>
                <a:gd name="textAreaRight" fmla="*/ 78120 w 76680"/>
                <a:gd name="textAreaTop" fmla="*/ 0 h 492480"/>
                <a:gd name="textAreaBottom" fmla="*/ 493920 h 492480"/>
              </a:gdLst>
              <a:ahLst/>
              <a:cxnLst/>
              <a:rect l="textAreaLeft" t="textAreaTop" r="textAreaRight" b="textAreaBottom"/>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513" name="Freeform 18"/>
            <p:cNvSpPr/>
            <p:nvPr/>
          </p:nvSpPr>
          <p:spPr>
            <a:xfrm>
              <a:off x="769680" y="5478840"/>
              <a:ext cx="188640" cy="1023480"/>
            </a:xfrm>
            <a:custGeom>
              <a:avLst/>
              <a:gdLst>
                <a:gd name="textAreaLeft" fmla="*/ 0 w 188640"/>
                <a:gd name="textAreaRight" fmla="*/ 190080 w 188640"/>
                <a:gd name="textAreaTop" fmla="*/ 0 h 1023480"/>
                <a:gd name="textAreaBottom" fmla="*/ 1024920 h 1023480"/>
              </a:gdLst>
              <a:ahLst/>
              <a:cxnLst/>
              <a:rect l="textAreaLeft" t="textAreaTop" r="textAreaRight" b="textAreaBottom"/>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514" name="Freeform 19"/>
            <p:cNvSpPr/>
            <p:nvPr/>
          </p:nvSpPr>
          <p:spPr>
            <a:xfrm>
              <a:off x="775440" y="1398960"/>
              <a:ext cx="2074680" cy="4046760"/>
            </a:xfrm>
            <a:custGeom>
              <a:avLst/>
              <a:gdLst>
                <a:gd name="textAreaLeft" fmla="*/ 0 w 2074680"/>
                <a:gd name="textAreaRight" fmla="*/ 2076120 w 2074680"/>
                <a:gd name="textAreaTop" fmla="*/ 0 h 4046760"/>
                <a:gd name="textAreaBottom" fmla="*/ 4048200 h 4046760"/>
              </a:gdLst>
              <a:ahLst/>
              <a:cxnLst/>
              <a:rect l="textAreaLeft" t="textAreaTop" r="textAreaRight" b="textAreaBottom"/>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515" name="Freeform 20"/>
            <p:cNvSpPr/>
            <p:nvPr/>
          </p:nvSpPr>
          <p:spPr>
            <a:xfrm>
              <a:off x="922680" y="6530040"/>
              <a:ext cx="160560" cy="335880"/>
            </a:xfrm>
            <a:custGeom>
              <a:avLst/>
              <a:gdLst>
                <a:gd name="textAreaLeft" fmla="*/ 0 w 160560"/>
                <a:gd name="textAreaRight" fmla="*/ 162000 w 160560"/>
                <a:gd name="textAreaTop" fmla="*/ 0 h 335880"/>
                <a:gd name="textAreaBottom" fmla="*/ 337320 h 335880"/>
              </a:gdLst>
              <a:ahLst/>
              <a:cxnLst/>
              <a:rect l="textAreaLeft" t="textAreaTop" r="textAreaRight" b="textAreaBottom"/>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516" name="Freeform 21"/>
            <p:cNvSpPr/>
            <p:nvPr/>
          </p:nvSpPr>
          <p:spPr>
            <a:xfrm>
              <a:off x="769680" y="5359320"/>
              <a:ext cx="36000" cy="220320"/>
            </a:xfrm>
            <a:custGeom>
              <a:avLst/>
              <a:gdLst>
                <a:gd name="textAreaLeft" fmla="*/ 0 w 36000"/>
                <a:gd name="textAreaRight" fmla="*/ 37440 w 36000"/>
                <a:gd name="textAreaTop" fmla="*/ 0 h 220320"/>
                <a:gd name="textAreaBottom" fmla="*/ 221760 h 220320"/>
              </a:gdLst>
              <a:ahLst/>
              <a:cxnLst/>
              <a:rect l="textAreaLeft" t="textAreaTop" r="textAreaRight" b="textAreaBottom"/>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517" name="Freeform 22"/>
            <p:cNvSpPr/>
            <p:nvPr/>
          </p:nvSpPr>
          <p:spPr>
            <a:xfrm>
              <a:off x="849960" y="6244560"/>
              <a:ext cx="237240" cy="621000"/>
            </a:xfrm>
            <a:custGeom>
              <a:avLst/>
              <a:gdLst>
                <a:gd name="textAreaLeft" fmla="*/ 0 w 237240"/>
                <a:gd name="textAreaRight" fmla="*/ 238680 w 237240"/>
                <a:gd name="textAreaTop" fmla="*/ 0 h 621000"/>
                <a:gd name="textAreaBottom" fmla="*/ 622440 h 621000"/>
              </a:gdLst>
              <a:ahLst/>
              <a:cxnLst/>
              <a:rect l="textAreaLeft" t="textAreaTop" r="textAreaRight" b="textAreaBottom"/>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grpSp>
      <p:grpSp>
        <p:nvGrpSpPr>
          <p:cNvPr id="518" name="Group 9"/>
          <p:cNvGrpSpPr/>
          <p:nvPr/>
        </p:nvGrpSpPr>
        <p:grpSpPr>
          <a:xfrm>
            <a:off x="27360" y="-720"/>
            <a:ext cx="2355120" cy="6852600"/>
            <a:chOff x="27360" y="-720"/>
            <a:chExt cx="2355120" cy="6852600"/>
          </a:xfrm>
        </p:grpSpPr>
        <p:sp>
          <p:nvSpPr>
            <p:cNvPr id="519" name="Freeform 27"/>
            <p:cNvSpPr/>
            <p:nvPr/>
          </p:nvSpPr>
          <p:spPr>
            <a:xfrm>
              <a:off x="27360" y="-720"/>
              <a:ext cx="492840" cy="4399560"/>
            </a:xfrm>
            <a:custGeom>
              <a:avLst/>
              <a:gdLst>
                <a:gd name="textAreaLeft" fmla="*/ 0 w 492840"/>
                <a:gd name="textAreaRight" fmla="*/ 494280 w 492840"/>
                <a:gd name="textAreaTop" fmla="*/ 0 h 4399560"/>
                <a:gd name="textAreaBottom" fmla="*/ 4401000 h 4399560"/>
              </a:gdLst>
              <a:ahLst/>
              <a:cxnLst/>
              <a:rect l="textAreaLeft" t="textAreaTop" r="textAreaRight" b="textAreaBottom"/>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520" name="Freeform 28"/>
            <p:cNvSpPr/>
            <p:nvPr/>
          </p:nvSpPr>
          <p:spPr>
            <a:xfrm>
              <a:off x="550440" y="4316400"/>
              <a:ext cx="421920" cy="1579320"/>
            </a:xfrm>
            <a:custGeom>
              <a:avLst/>
              <a:gdLst>
                <a:gd name="textAreaLeft" fmla="*/ 0 w 421920"/>
                <a:gd name="textAreaRight" fmla="*/ 423360 w 421920"/>
                <a:gd name="textAreaTop" fmla="*/ 0 h 1579320"/>
                <a:gd name="textAreaBottom" fmla="*/ 1580760 h 1579320"/>
              </a:gdLst>
              <a:ahLst/>
              <a:cxnLst/>
              <a:rect l="textAreaLeft" t="textAreaTop" r="textAreaRight" b="textAreaBottom"/>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521" name="Freeform 29"/>
            <p:cNvSpPr/>
            <p:nvPr/>
          </p:nvSpPr>
          <p:spPr>
            <a:xfrm>
              <a:off x="1006200" y="5862600"/>
              <a:ext cx="429480" cy="989280"/>
            </a:xfrm>
            <a:custGeom>
              <a:avLst/>
              <a:gdLst>
                <a:gd name="textAreaLeft" fmla="*/ 0 w 429480"/>
                <a:gd name="textAreaRight" fmla="*/ 430920 w 429480"/>
                <a:gd name="textAreaTop" fmla="*/ 0 h 989280"/>
                <a:gd name="textAreaBottom" fmla="*/ 990720 h 989280"/>
              </a:gdLst>
              <a:ahLst/>
              <a:cxnLst/>
              <a:rect l="textAreaLeft" t="textAreaTop" r="textAreaRight" b="textAreaBottom"/>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522" name="Freeform 30"/>
            <p:cNvSpPr/>
            <p:nvPr/>
          </p:nvSpPr>
          <p:spPr>
            <a:xfrm>
              <a:off x="521640" y="4364280"/>
              <a:ext cx="550440" cy="2234520"/>
            </a:xfrm>
            <a:custGeom>
              <a:avLst/>
              <a:gdLst>
                <a:gd name="textAreaLeft" fmla="*/ 0 w 550440"/>
                <a:gd name="textAreaRight" fmla="*/ 551880 w 550440"/>
                <a:gd name="textAreaTop" fmla="*/ 0 h 2234520"/>
                <a:gd name="textAreaBottom" fmla="*/ 2235960 h 2234520"/>
              </a:gdLst>
              <a:ahLst/>
              <a:cxnLst/>
              <a:rect l="textAreaLeft" t="textAreaTop" r="textAreaRight" b="textAreaBottom"/>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523" name="Freeform 31"/>
            <p:cNvSpPr/>
            <p:nvPr/>
          </p:nvSpPr>
          <p:spPr>
            <a:xfrm>
              <a:off x="468000" y="1289160"/>
              <a:ext cx="172800" cy="3025800"/>
            </a:xfrm>
            <a:custGeom>
              <a:avLst/>
              <a:gdLst>
                <a:gd name="textAreaLeft" fmla="*/ 0 w 172800"/>
                <a:gd name="textAreaRight" fmla="*/ 174240 w 172800"/>
                <a:gd name="textAreaTop" fmla="*/ 0 h 3025800"/>
                <a:gd name="textAreaBottom" fmla="*/ 3027240 h 3025800"/>
              </a:gdLst>
              <a:ahLst/>
              <a:cxnLst/>
              <a:rect l="textAreaLeft" t="textAreaTop" r="textAreaRight" b="textAreaBottom"/>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524" name="Freeform 32"/>
            <p:cNvSpPr/>
            <p:nvPr/>
          </p:nvSpPr>
          <p:spPr>
            <a:xfrm>
              <a:off x="1111680" y="6571440"/>
              <a:ext cx="132840" cy="280080"/>
            </a:xfrm>
            <a:custGeom>
              <a:avLst/>
              <a:gdLst>
                <a:gd name="textAreaLeft" fmla="*/ 0 w 132840"/>
                <a:gd name="textAreaRight" fmla="*/ 134280 w 132840"/>
                <a:gd name="textAreaTop" fmla="*/ 0 h 280080"/>
                <a:gd name="textAreaBottom" fmla="*/ 281520 h 280080"/>
              </a:gdLst>
              <a:ahLst/>
              <a:cxnLst/>
              <a:rect l="textAreaLeft" t="textAreaTop" r="textAreaRight" b="textAreaBottom"/>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525" name="Freeform 33"/>
            <p:cNvSpPr/>
            <p:nvPr/>
          </p:nvSpPr>
          <p:spPr>
            <a:xfrm>
              <a:off x="502560" y="4107600"/>
              <a:ext cx="81000" cy="510120"/>
            </a:xfrm>
            <a:custGeom>
              <a:avLst/>
              <a:gdLst>
                <a:gd name="textAreaLeft" fmla="*/ 0 w 81000"/>
                <a:gd name="textAreaRight" fmla="*/ 82440 w 81000"/>
                <a:gd name="textAreaTop" fmla="*/ 0 h 510120"/>
                <a:gd name="textAreaBottom" fmla="*/ 511560 h 510120"/>
              </a:gdLst>
              <a:ahLst/>
              <a:cxnLst/>
              <a:rect l="textAreaLeft" t="textAreaTop" r="textAreaRight" b="textAreaBottom"/>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526" name="Freeform 34"/>
            <p:cNvSpPr/>
            <p:nvPr/>
          </p:nvSpPr>
          <p:spPr>
            <a:xfrm>
              <a:off x="973800" y="3145680"/>
              <a:ext cx="1408680" cy="2715480"/>
            </a:xfrm>
            <a:custGeom>
              <a:avLst/>
              <a:gdLst>
                <a:gd name="textAreaLeft" fmla="*/ 0 w 1408680"/>
                <a:gd name="textAreaRight" fmla="*/ 1410120 w 1408680"/>
                <a:gd name="textAreaTop" fmla="*/ 0 h 2715480"/>
                <a:gd name="textAreaBottom" fmla="*/ 2716920 h 2715480"/>
              </a:gdLst>
              <a:ahLst/>
              <a:cxnLst/>
              <a:rect l="textAreaLeft" t="textAreaTop" r="textAreaRight" b="textAreaBottom"/>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527" name="Freeform 35"/>
            <p:cNvSpPr/>
            <p:nvPr/>
          </p:nvSpPr>
          <p:spPr>
            <a:xfrm>
              <a:off x="1073520" y="6600240"/>
              <a:ext cx="119160" cy="251640"/>
            </a:xfrm>
            <a:custGeom>
              <a:avLst/>
              <a:gdLst>
                <a:gd name="textAreaLeft" fmla="*/ 0 w 119160"/>
                <a:gd name="textAreaRight" fmla="*/ 120600 w 119160"/>
                <a:gd name="textAreaTop" fmla="*/ 0 h 251640"/>
                <a:gd name="textAreaBottom" fmla="*/ 253080 h 251640"/>
              </a:gdLst>
              <a:ahLst/>
              <a:cxnLst/>
              <a:rect l="textAreaLeft" t="textAreaTop" r="textAreaRight" b="textAreaBottom"/>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528" name="Freeform 36"/>
            <p:cNvSpPr/>
            <p:nvPr/>
          </p:nvSpPr>
          <p:spPr>
            <a:xfrm>
              <a:off x="973800" y="5897160"/>
              <a:ext cx="136440" cy="672840"/>
            </a:xfrm>
            <a:custGeom>
              <a:avLst/>
              <a:gdLst>
                <a:gd name="textAreaLeft" fmla="*/ 0 w 136440"/>
                <a:gd name="textAreaRight" fmla="*/ 137880 w 136440"/>
                <a:gd name="textAreaTop" fmla="*/ 0 h 672840"/>
                <a:gd name="textAreaBottom" fmla="*/ 674280 h 672840"/>
              </a:gdLst>
              <a:ahLst/>
              <a:cxnLst/>
              <a:rect l="textAreaLeft" t="textAreaTop" r="textAreaRight" b="textAreaBottom"/>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529" name="Freeform 37"/>
            <p:cNvSpPr/>
            <p:nvPr/>
          </p:nvSpPr>
          <p:spPr>
            <a:xfrm>
              <a:off x="973800" y="5772600"/>
              <a:ext cx="36720" cy="226440"/>
            </a:xfrm>
            <a:custGeom>
              <a:avLst/>
              <a:gdLst>
                <a:gd name="textAreaLeft" fmla="*/ 0 w 36720"/>
                <a:gd name="textAreaRight" fmla="*/ 38160 w 36720"/>
                <a:gd name="textAreaTop" fmla="*/ 0 h 226440"/>
                <a:gd name="textAreaBottom" fmla="*/ 227880 h 226440"/>
              </a:gdLst>
              <a:ahLst/>
              <a:cxnLst/>
              <a:rect l="textAreaLeft" t="textAreaTop" r="textAreaRight" b="textAreaBottom"/>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530" name="Freeform 38"/>
            <p:cNvSpPr/>
            <p:nvPr/>
          </p:nvSpPr>
          <p:spPr>
            <a:xfrm>
              <a:off x="1006200" y="6322680"/>
              <a:ext cx="209160" cy="529200"/>
            </a:xfrm>
            <a:custGeom>
              <a:avLst/>
              <a:gdLst>
                <a:gd name="textAreaLeft" fmla="*/ 0 w 209160"/>
                <a:gd name="textAreaRight" fmla="*/ 210600 w 209160"/>
                <a:gd name="textAreaTop" fmla="*/ 0 h 529200"/>
                <a:gd name="textAreaBottom" fmla="*/ 530640 h 529200"/>
              </a:gdLst>
              <a:ahLst/>
              <a:cxnLst/>
              <a:rect l="textAreaLeft" t="textAreaTop" r="textAreaRight" b="textAreaBottom"/>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grpSp>
      <p:sp>
        <p:nvSpPr>
          <p:cNvPr id="531" name="Rectangle 6"/>
          <p:cNvSpPr/>
          <p:nvPr/>
        </p:nvSpPr>
        <p:spPr>
          <a:xfrm>
            <a:off x="0" y="0"/>
            <a:ext cx="181440" cy="6856560"/>
          </a:xfrm>
          <a:prstGeom prst="rect">
            <a:avLst/>
          </a:prstGeom>
          <a:solidFill>
            <a:schemeClr val="tx2"/>
          </a:solidFill>
          <a:ln>
            <a:noFill/>
          </a:ln>
          <a:effectLst>
            <a:outerShdw blurRad="38160" dir="5400000" dist="25560" rotWithShape="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532" name="PlaceHolder 1"/>
          <p:cNvSpPr>
            <a:spLocks noGrp="1"/>
          </p:cNvSpPr>
          <p:nvPr>
            <p:ph type="title"/>
          </p:nvPr>
        </p:nvSpPr>
        <p:spPr>
          <a:xfrm>
            <a:off x="2589120" y="627480"/>
            <a:ext cx="8913960" cy="2878560"/>
          </a:xfrm>
          <a:prstGeom prst="rect">
            <a:avLst/>
          </a:prstGeom>
          <a:noFill/>
          <a:ln w="0">
            <a:noFill/>
          </a:ln>
        </p:spPr>
        <p:txBody>
          <a:bodyPr lIns="91440" rIns="91440" tIns="45720" bIns="45720" anchor="ctr">
            <a:normAutofit/>
          </a:bodyPr>
          <a:p>
            <a:pPr indent="0" defTabSz="457200">
              <a:lnSpc>
                <a:spcPct val="100000"/>
              </a:lnSpc>
              <a:buNone/>
              <a:tabLst>
                <a:tab algn="l" pos="0"/>
              </a:tabLst>
            </a:pPr>
            <a:r>
              <a:rPr lang="en-US" sz="4800" b="0" u="none" strike="noStrike">
                <a:solidFill>
                  <a:schemeClr val="dk1">
                    <a:lumMod val="85000"/>
                    <a:lumOff val="15000"/>
                  </a:schemeClr>
                </a:solidFill>
                <a:effectLst/>
                <a:uFillTx/>
                <a:latin typeface="Century Gothic"/>
              </a:rPr>
              <a:t>Click to edit Master title style</a:t>
            </a:r>
            <a:endParaRPr lang="en-US" sz="4800" b="0" u="none" strike="noStrike">
              <a:solidFill>
                <a:srgbClr val="000000"/>
              </a:solidFill>
              <a:effectLst/>
              <a:uFillTx/>
              <a:latin typeface="Arial"/>
            </a:endParaRPr>
          </a:p>
        </p:txBody>
      </p:sp>
      <p:sp>
        <p:nvSpPr>
          <p:cNvPr id="533" name="PlaceHolder 2"/>
          <p:cNvSpPr>
            <a:spLocks noGrp="1"/>
          </p:cNvSpPr>
          <p:nvPr>
            <p:ph type="body"/>
          </p:nvPr>
        </p:nvSpPr>
        <p:spPr>
          <a:xfrm>
            <a:off x="2589120" y="4343400"/>
            <a:ext cx="8913960" cy="836640"/>
          </a:xfrm>
          <a:prstGeom prst="rect">
            <a:avLst/>
          </a:prstGeom>
          <a:noFill/>
          <a:ln w="0">
            <a:noFill/>
          </a:ln>
        </p:spPr>
        <p:txBody>
          <a:bodyPr lIns="91440" rIns="91440" tIns="45720" bIns="45720" anchor="b">
            <a:noAutofit/>
          </a:bodyPr>
          <a:p>
            <a:pPr indent="0" defTabSz="457200">
              <a:lnSpc>
                <a:spcPct val="100000"/>
              </a:lnSpc>
              <a:spcBef>
                <a:spcPts val="1001"/>
              </a:spcBef>
              <a:buNone/>
              <a:tabLst>
                <a:tab algn="l" pos="0"/>
              </a:tabLst>
            </a:pPr>
            <a:r>
              <a:rPr lang="en-US" sz="2400" b="0" u="none" strike="noStrike">
                <a:solidFill>
                  <a:schemeClr val="accent1"/>
                </a:solidFill>
                <a:effectLst/>
                <a:uFillTx/>
                <a:latin typeface="Century Gothic"/>
              </a:rPr>
              <a:t>Click to edit Master text styles</a:t>
            </a:r>
            <a:endParaRPr lang="en-US" sz="2400" b="0" u="none" strike="noStrike">
              <a:solidFill>
                <a:srgbClr val="000000"/>
              </a:solidFill>
              <a:effectLst/>
              <a:uFillTx/>
              <a:latin typeface="Arial"/>
            </a:endParaRPr>
          </a:p>
        </p:txBody>
      </p:sp>
      <p:sp>
        <p:nvSpPr>
          <p:cNvPr id="534" name="PlaceHolder 3"/>
          <p:cNvSpPr>
            <a:spLocks noGrp="1"/>
          </p:cNvSpPr>
          <p:nvPr>
            <p:ph type="body"/>
          </p:nvPr>
        </p:nvSpPr>
        <p:spPr>
          <a:xfrm>
            <a:off x="2589120" y="5181480"/>
            <a:ext cx="8913960" cy="728280"/>
          </a:xfrm>
          <a:prstGeom prst="rect">
            <a:avLst/>
          </a:prstGeom>
          <a:noFill/>
          <a:ln w="0">
            <a:noFill/>
          </a:ln>
        </p:spPr>
        <p:txBody>
          <a:bodyPr lIns="91440" rIns="91440" tIns="45720" bIns="45720" anchor="t">
            <a:normAutofit/>
          </a:bodyPr>
          <a:p>
            <a:pPr indent="0" defTabSz="457200">
              <a:lnSpc>
                <a:spcPct val="100000"/>
              </a:lnSpc>
              <a:spcBef>
                <a:spcPts val="1001"/>
              </a:spcBef>
              <a:buNone/>
              <a:tabLst>
                <a:tab algn="l" pos="0"/>
              </a:tabLst>
            </a:pPr>
            <a:r>
              <a:rPr lang="en-US" sz="1800" b="0" u="none" strike="noStrike">
                <a:solidFill>
                  <a:schemeClr val="dk1">
                    <a:lumMod val="65000"/>
                    <a:lumOff val="35000"/>
                  </a:schemeClr>
                </a:solidFill>
                <a:effectLst/>
                <a:uFillTx/>
                <a:latin typeface="Century Gothic"/>
              </a:rPr>
              <a:t>Click to edit Master text styles</a:t>
            </a:r>
            <a:endParaRPr lang="en-US" sz="1800" b="0" u="none" strike="noStrike">
              <a:solidFill>
                <a:srgbClr val="000000"/>
              </a:solidFill>
              <a:effectLst/>
              <a:uFillTx/>
              <a:latin typeface="Arial"/>
            </a:endParaRPr>
          </a:p>
        </p:txBody>
      </p:sp>
      <p:sp>
        <p:nvSpPr>
          <p:cNvPr id="535" name="PlaceHolder 4"/>
          <p:cNvSpPr>
            <a:spLocks noGrp="1"/>
          </p:cNvSpPr>
          <p:nvPr>
            <p:ph type="dt" idx="46"/>
          </p:nvPr>
        </p:nvSpPr>
        <p:spPr>
          <a:xfrm>
            <a:off x="10361520" y="6130440"/>
            <a:ext cx="1144800" cy="3690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US" sz="900" b="0" u="none" strike="noStrike">
                <a:solidFill>
                  <a:schemeClr val="dk1">
                    <a:tint val="75000"/>
                  </a:schemeClr>
                </a:solidFill>
                <a:effectLst/>
                <a:uFillTx/>
                <a:latin typeface="Century Gothic"/>
              </a:defRPr>
            </a:lvl1pPr>
          </a:lstStyle>
          <a:p>
            <a:pPr indent="0" algn="r" defTabSz="457200">
              <a:lnSpc>
                <a:spcPct val="100000"/>
              </a:lnSpc>
              <a:buNone/>
              <a:tabLst>
                <a:tab algn="l" pos="0"/>
              </a:tabLst>
            </a:pPr>
            <a:r>
              <a:rPr lang="en-US" sz="900" b="0" u="none" strike="noStrike">
                <a:solidFill>
                  <a:schemeClr val="dk1">
                    <a:tint val="75000"/>
                  </a:schemeClr>
                </a:solidFill>
                <a:effectLst/>
                <a:uFillTx/>
                <a:latin typeface="Century Gothic"/>
              </a:rPr>
              <a:t>&lt;date/time&gt;</a:t>
            </a:r>
            <a:endParaRPr lang="en-US" sz="900" b="0" u="none" strike="noStrike">
              <a:solidFill>
                <a:srgbClr val="000000"/>
              </a:solidFill>
              <a:effectLst/>
              <a:uFillTx/>
              <a:latin typeface="Times New Roman"/>
            </a:endParaRPr>
          </a:p>
        </p:txBody>
      </p:sp>
      <p:sp>
        <p:nvSpPr>
          <p:cNvPr id="536" name="PlaceHolder 5"/>
          <p:cNvSpPr>
            <a:spLocks noGrp="1"/>
          </p:cNvSpPr>
          <p:nvPr>
            <p:ph type="ftr" idx="47"/>
          </p:nvPr>
        </p:nvSpPr>
        <p:spPr>
          <a:xfrm>
            <a:off x="2589120" y="6135840"/>
            <a:ext cx="7618680" cy="36360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Times New Roman"/>
              </a:defRPr>
            </a:lvl1pPr>
          </a:lstStyle>
          <a:p>
            <a:pPr indent="0" algn="ctr">
              <a:lnSpc>
                <a:spcPct val="100000"/>
              </a:lnSpc>
              <a:buNone/>
              <a:tabLst>
                <a:tab algn="l" pos="0"/>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537" name="Freeform 11"/>
          <p:cNvSpPr/>
          <p:nvPr/>
        </p:nvSpPr>
        <p:spPr>
          <a:xfrm flipV="1">
            <a:off x="-2880" y="4910400"/>
            <a:ext cx="1587240" cy="505800"/>
          </a:xfrm>
          <a:custGeom>
            <a:avLst/>
            <a:gdLst>
              <a:gd name="textAreaLeft" fmla="*/ 0 w 1587240"/>
              <a:gd name="textAreaRight" fmla="*/ 1588680 w 1587240"/>
              <a:gd name="textAreaTop" fmla="*/ 720 h 505800"/>
              <a:gd name="textAreaBottom" fmla="*/ 507960 h 505800"/>
            </a:gdLst>
            <a:ahLst/>
            <a:cxnLst/>
            <a:rect l="textAreaLeft" t="textAreaTop" r="textAreaRight" b="textAreaBottom"/>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538" name="PlaceHolder 6"/>
          <p:cNvSpPr>
            <a:spLocks noGrp="1"/>
          </p:cNvSpPr>
          <p:nvPr>
            <p:ph type="sldNum" idx="48"/>
          </p:nvPr>
        </p:nvSpPr>
        <p:spPr>
          <a:xfrm>
            <a:off x="531720" y="4983120"/>
            <a:ext cx="77832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US" sz="2000" b="0" u="none" strike="noStrike">
                <a:solidFill>
                  <a:srgbClr val="feffff"/>
                </a:solidFill>
                <a:effectLst/>
                <a:uFillTx/>
                <a:latin typeface="Century Gothic"/>
              </a:defRPr>
            </a:lvl1pPr>
          </a:lstStyle>
          <a:p>
            <a:pPr indent="0" algn="r" defTabSz="457200">
              <a:lnSpc>
                <a:spcPct val="100000"/>
              </a:lnSpc>
              <a:buNone/>
              <a:tabLst>
                <a:tab algn="l" pos="0"/>
              </a:tabLst>
            </a:pPr>
            <a:fld id="{33D1D1C6-D5CA-487C-AB45-F85DEC3F1B80}" type="slidenum">
              <a:rPr lang="en-US" sz="2000" b="0" u="none" strike="noStrike">
                <a:solidFill>
                  <a:srgbClr val="feffff"/>
                </a:solidFill>
                <a:effectLst/>
                <a:uFillTx/>
                <a:latin typeface="Century Gothic"/>
              </a:rPr>
              <a:t>&lt;number&gt;</a:t>
            </a:fld>
            <a:endParaRPr lang="en-US" sz="2000" b="0" u="none" strike="noStrike">
              <a:solidFill>
                <a:srgbClr val="000000"/>
              </a:solidFill>
              <a:effectLst/>
              <a:uFillTx/>
              <a:latin typeface="Times New Roman"/>
            </a:endParaRP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bg>
      <p:bgPr>
        <a:gradFill rotWithShape="0">
          <a:gsLst>
            <a:gs pos="0">
              <a:srgbClr val="ffffff"/>
            </a:gs>
            <a:gs pos="100000">
              <a:srgbClr val="dfe7c4"/>
            </a:gs>
          </a:gsLst>
          <a:path path="circle">
            <a:fillToRect l="25000" t="25000" r="75000" b="75000"/>
          </a:path>
        </a:gradFill>
      </p:bgPr>
    </p:bg>
    <p:spTree>
      <p:nvGrpSpPr>
        <p:cNvPr id="1" name=""/>
        <p:cNvGrpSpPr/>
        <p:nvPr/>
      </p:nvGrpSpPr>
      <p:grpSpPr>
        <a:xfrm>
          <a:off x="0" y="0"/>
          <a:ext cx="0" cy="0"/>
          <a:chOff x="0" y="0"/>
          <a:chExt cx="0" cy="0"/>
        </a:xfrm>
      </p:grpSpPr>
      <p:grpSp>
        <p:nvGrpSpPr>
          <p:cNvPr id="539" name="Group 22"/>
          <p:cNvGrpSpPr/>
          <p:nvPr/>
        </p:nvGrpSpPr>
        <p:grpSpPr>
          <a:xfrm>
            <a:off x="0" y="228600"/>
            <a:ext cx="2850120" cy="6637320"/>
            <a:chOff x="0" y="228600"/>
            <a:chExt cx="2850120" cy="6637320"/>
          </a:xfrm>
        </p:grpSpPr>
        <p:sp>
          <p:nvSpPr>
            <p:cNvPr id="540" name="Freeform 11"/>
            <p:cNvSpPr/>
            <p:nvPr/>
          </p:nvSpPr>
          <p:spPr>
            <a:xfrm>
              <a:off x="0" y="2575080"/>
              <a:ext cx="99360" cy="624600"/>
            </a:xfrm>
            <a:custGeom>
              <a:avLst/>
              <a:gdLst>
                <a:gd name="textAreaLeft" fmla="*/ 0 w 99360"/>
                <a:gd name="textAreaRight" fmla="*/ 100800 w 99360"/>
                <a:gd name="textAreaTop" fmla="*/ 0 h 624600"/>
                <a:gd name="textAreaBottom" fmla="*/ 626040 h 624600"/>
              </a:gdLst>
              <a:ahLst/>
              <a:cxnLst/>
              <a:rect l="textAreaLeft" t="textAreaTop" r="textAreaRight" b="textAreaBottom"/>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541" name="Freeform 12"/>
            <p:cNvSpPr/>
            <p:nvPr/>
          </p:nvSpPr>
          <p:spPr>
            <a:xfrm>
              <a:off x="128520" y="3156480"/>
              <a:ext cx="645120" cy="2320920"/>
            </a:xfrm>
            <a:custGeom>
              <a:avLst/>
              <a:gdLst>
                <a:gd name="textAreaLeft" fmla="*/ 0 w 645120"/>
                <a:gd name="textAreaRight" fmla="*/ 646560 w 645120"/>
                <a:gd name="textAreaTop" fmla="*/ 0 h 2320920"/>
                <a:gd name="textAreaBottom" fmla="*/ 2322360 h 2320920"/>
              </a:gdLst>
              <a:ahLst/>
              <a:cxnLst/>
              <a:rect l="textAreaLeft" t="textAreaTop" r="textAreaRight" b="textAreaBottom"/>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542" name="Freeform 13"/>
            <p:cNvSpPr/>
            <p:nvPr/>
          </p:nvSpPr>
          <p:spPr>
            <a:xfrm>
              <a:off x="807120" y="5447160"/>
              <a:ext cx="608040" cy="1418760"/>
            </a:xfrm>
            <a:custGeom>
              <a:avLst/>
              <a:gdLst>
                <a:gd name="textAreaLeft" fmla="*/ 0 w 608040"/>
                <a:gd name="textAreaRight" fmla="*/ 609480 w 608040"/>
                <a:gd name="textAreaTop" fmla="*/ 0 h 1418760"/>
                <a:gd name="textAreaBottom" fmla="*/ 1420200 h 1418760"/>
              </a:gdLst>
              <a:ahLst/>
              <a:cxnLst/>
              <a:rect l="textAreaLeft" t="textAreaTop" r="textAreaRight" b="textAreaBottom"/>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543" name="Freeform 14"/>
            <p:cNvSpPr/>
            <p:nvPr/>
          </p:nvSpPr>
          <p:spPr>
            <a:xfrm>
              <a:off x="959760" y="6503760"/>
              <a:ext cx="169920" cy="362160"/>
            </a:xfrm>
            <a:custGeom>
              <a:avLst/>
              <a:gdLst>
                <a:gd name="textAreaLeft" fmla="*/ 0 w 169920"/>
                <a:gd name="textAreaRight" fmla="*/ 171360 w 169920"/>
                <a:gd name="textAreaTop" fmla="*/ 0 h 362160"/>
                <a:gd name="textAreaBottom" fmla="*/ 363600 h 362160"/>
              </a:gdLst>
              <a:ahLst/>
              <a:cxnLst/>
              <a:rect l="textAreaLeft" t="textAreaTop" r="textAreaRight" b="textAreaBottom"/>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544" name="Freeform 15"/>
            <p:cNvSpPr/>
            <p:nvPr/>
          </p:nvSpPr>
          <p:spPr>
            <a:xfrm>
              <a:off x="100800" y="3201120"/>
              <a:ext cx="820440" cy="3327120"/>
            </a:xfrm>
            <a:custGeom>
              <a:avLst/>
              <a:gdLst>
                <a:gd name="textAreaLeft" fmla="*/ 0 w 820440"/>
                <a:gd name="textAreaRight" fmla="*/ 821880 w 820440"/>
                <a:gd name="textAreaTop" fmla="*/ 0 h 3327120"/>
                <a:gd name="textAreaBottom" fmla="*/ 3328560 h 3327120"/>
              </a:gdLst>
              <a:ahLst/>
              <a:cxnLst/>
              <a:rect l="textAreaLeft" t="textAreaTop" r="textAreaRight" b="textAreaBottom"/>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545" name="Freeform 16"/>
            <p:cNvSpPr/>
            <p:nvPr/>
          </p:nvSpPr>
          <p:spPr>
            <a:xfrm>
              <a:off x="22320" y="228600"/>
              <a:ext cx="104760" cy="2926440"/>
            </a:xfrm>
            <a:custGeom>
              <a:avLst/>
              <a:gdLst>
                <a:gd name="textAreaLeft" fmla="*/ 0 w 104760"/>
                <a:gd name="textAreaRight" fmla="*/ 106200 w 104760"/>
                <a:gd name="textAreaTop" fmla="*/ 0 h 2926440"/>
                <a:gd name="textAreaBottom" fmla="*/ 2927880 h 2926440"/>
              </a:gdLst>
              <a:ahLst/>
              <a:cxnLst/>
              <a:rect l="textAreaLeft" t="textAreaTop" r="textAreaRight" b="textAreaBottom"/>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546" name="Freeform 17"/>
            <p:cNvSpPr/>
            <p:nvPr/>
          </p:nvSpPr>
          <p:spPr>
            <a:xfrm>
              <a:off x="78120" y="2944080"/>
              <a:ext cx="76680" cy="492480"/>
            </a:xfrm>
            <a:custGeom>
              <a:avLst/>
              <a:gdLst>
                <a:gd name="textAreaLeft" fmla="*/ 0 w 76680"/>
                <a:gd name="textAreaRight" fmla="*/ 78120 w 76680"/>
                <a:gd name="textAreaTop" fmla="*/ 0 h 492480"/>
                <a:gd name="textAreaBottom" fmla="*/ 493920 h 492480"/>
              </a:gdLst>
              <a:ahLst/>
              <a:cxnLst/>
              <a:rect l="textAreaLeft" t="textAreaTop" r="textAreaRight" b="textAreaBottom"/>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547" name="Freeform 18"/>
            <p:cNvSpPr/>
            <p:nvPr/>
          </p:nvSpPr>
          <p:spPr>
            <a:xfrm>
              <a:off x="769680" y="5478840"/>
              <a:ext cx="188640" cy="1023480"/>
            </a:xfrm>
            <a:custGeom>
              <a:avLst/>
              <a:gdLst>
                <a:gd name="textAreaLeft" fmla="*/ 0 w 188640"/>
                <a:gd name="textAreaRight" fmla="*/ 190080 w 188640"/>
                <a:gd name="textAreaTop" fmla="*/ 0 h 1023480"/>
                <a:gd name="textAreaBottom" fmla="*/ 1024920 h 1023480"/>
              </a:gdLst>
              <a:ahLst/>
              <a:cxnLst/>
              <a:rect l="textAreaLeft" t="textAreaTop" r="textAreaRight" b="textAreaBottom"/>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548" name="Freeform 19"/>
            <p:cNvSpPr/>
            <p:nvPr/>
          </p:nvSpPr>
          <p:spPr>
            <a:xfrm>
              <a:off x="775440" y="1398960"/>
              <a:ext cx="2074680" cy="4046760"/>
            </a:xfrm>
            <a:custGeom>
              <a:avLst/>
              <a:gdLst>
                <a:gd name="textAreaLeft" fmla="*/ 0 w 2074680"/>
                <a:gd name="textAreaRight" fmla="*/ 2076120 w 2074680"/>
                <a:gd name="textAreaTop" fmla="*/ 0 h 4046760"/>
                <a:gd name="textAreaBottom" fmla="*/ 4048200 h 4046760"/>
              </a:gdLst>
              <a:ahLst/>
              <a:cxnLst/>
              <a:rect l="textAreaLeft" t="textAreaTop" r="textAreaRight" b="textAreaBottom"/>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549" name="Freeform 20"/>
            <p:cNvSpPr/>
            <p:nvPr/>
          </p:nvSpPr>
          <p:spPr>
            <a:xfrm>
              <a:off x="922680" y="6530040"/>
              <a:ext cx="160560" cy="335880"/>
            </a:xfrm>
            <a:custGeom>
              <a:avLst/>
              <a:gdLst>
                <a:gd name="textAreaLeft" fmla="*/ 0 w 160560"/>
                <a:gd name="textAreaRight" fmla="*/ 162000 w 160560"/>
                <a:gd name="textAreaTop" fmla="*/ 0 h 335880"/>
                <a:gd name="textAreaBottom" fmla="*/ 337320 h 335880"/>
              </a:gdLst>
              <a:ahLst/>
              <a:cxnLst/>
              <a:rect l="textAreaLeft" t="textAreaTop" r="textAreaRight" b="textAreaBottom"/>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550" name="Freeform 21"/>
            <p:cNvSpPr/>
            <p:nvPr/>
          </p:nvSpPr>
          <p:spPr>
            <a:xfrm>
              <a:off x="769680" y="5359320"/>
              <a:ext cx="36000" cy="220320"/>
            </a:xfrm>
            <a:custGeom>
              <a:avLst/>
              <a:gdLst>
                <a:gd name="textAreaLeft" fmla="*/ 0 w 36000"/>
                <a:gd name="textAreaRight" fmla="*/ 37440 w 36000"/>
                <a:gd name="textAreaTop" fmla="*/ 0 h 220320"/>
                <a:gd name="textAreaBottom" fmla="*/ 221760 h 220320"/>
              </a:gdLst>
              <a:ahLst/>
              <a:cxnLst/>
              <a:rect l="textAreaLeft" t="textAreaTop" r="textAreaRight" b="textAreaBottom"/>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551" name="Freeform 22"/>
            <p:cNvSpPr/>
            <p:nvPr/>
          </p:nvSpPr>
          <p:spPr>
            <a:xfrm>
              <a:off x="849960" y="6244560"/>
              <a:ext cx="237240" cy="621000"/>
            </a:xfrm>
            <a:custGeom>
              <a:avLst/>
              <a:gdLst>
                <a:gd name="textAreaLeft" fmla="*/ 0 w 237240"/>
                <a:gd name="textAreaRight" fmla="*/ 238680 w 237240"/>
                <a:gd name="textAreaTop" fmla="*/ 0 h 621000"/>
                <a:gd name="textAreaBottom" fmla="*/ 622440 h 621000"/>
              </a:gdLst>
              <a:ahLst/>
              <a:cxnLst/>
              <a:rect l="textAreaLeft" t="textAreaTop" r="textAreaRight" b="textAreaBottom"/>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grpSp>
      <p:grpSp>
        <p:nvGrpSpPr>
          <p:cNvPr id="552" name="Group 9"/>
          <p:cNvGrpSpPr/>
          <p:nvPr/>
        </p:nvGrpSpPr>
        <p:grpSpPr>
          <a:xfrm>
            <a:off x="27360" y="-720"/>
            <a:ext cx="2355120" cy="6852600"/>
            <a:chOff x="27360" y="-720"/>
            <a:chExt cx="2355120" cy="6852600"/>
          </a:xfrm>
        </p:grpSpPr>
        <p:sp>
          <p:nvSpPr>
            <p:cNvPr id="553" name="Freeform 27"/>
            <p:cNvSpPr/>
            <p:nvPr/>
          </p:nvSpPr>
          <p:spPr>
            <a:xfrm>
              <a:off x="27360" y="-720"/>
              <a:ext cx="492840" cy="4399560"/>
            </a:xfrm>
            <a:custGeom>
              <a:avLst/>
              <a:gdLst>
                <a:gd name="textAreaLeft" fmla="*/ 0 w 492840"/>
                <a:gd name="textAreaRight" fmla="*/ 494280 w 492840"/>
                <a:gd name="textAreaTop" fmla="*/ 0 h 4399560"/>
                <a:gd name="textAreaBottom" fmla="*/ 4401000 h 4399560"/>
              </a:gdLst>
              <a:ahLst/>
              <a:cxnLst/>
              <a:rect l="textAreaLeft" t="textAreaTop" r="textAreaRight" b="textAreaBottom"/>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554" name="Freeform 28"/>
            <p:cNvSpPr/>
            <p:nvPr/>
          </p:nvSpPr>
          <p:spPr>
            <a:xfrm>
              <a:off x="550440" y="4316400"/>
              <a:ext cx="421920" cy="1579320"/>
            </a:xfrm>
            <a:custGeom>
              <a:avLst/>
              <a:gdLst>
                <a:gd name="textAreaLeft" fmla="*/ 0 w 421920"/>
                <a:gd name="textAreaRight" fmla="*/ 423360 w 421920"/>
                <a:gd name="textAreaTop" fmla="*/ 0 h 1579320"/>
                <a:gd name="textAreaBottom" fmla="*/ 1580760 h 1579320"/>
              </a:gdLst>
              <a:ahLst/>
              <a:cxnLst/>
              <a:rect l="textAreaLeft" t="textAreaTop" r="textAreaRight" b="textAreaBottom"/>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555" name="Freeform 29"/>
            <p:cNvSpPr/>
            <p:nvPr/>
          </p:nvSpPr>
          <p:spPr>
            <a:xfrm>
              <a:off x="1006200" y="5862600"/>
              <a:ext cx="429480" cy="989280"/>
            </a:xfrm>
            <a:custGeom>
              <a:avLst/>
              <a:gdLst>
                <a:gd name="textAreaLeft" fmla="*/ 0 w 429480"/>
                <a:gd name="textAreaRight" fmla="*/ 430920 w 429480"/>
                <a:gd name="textAreaTop" fmla="*/ 0 h 989280"/>
                <a:gd name="textAreaBottom" fmla="*/ 990720 h 989280"/>
              </a:gdLst>
              <a:ahLst/>
              <a:cxnLst/>
              <a:rect l="textAreaLeft" t="textAreaTop" r="textAreaRight" b="textAreaBottom"/>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556" name="Freeform 30"/>
            <p:cNvSpPr/>
            <p:nvPr/>
          </p:nvSpPr>
          <p:spPr>
            <a:xfrm>
              <a:off x="521640" y="4364280"/>
              <a:ext cx="550440" cy="2234520"/>
            </a:xfrm>
            <a:custGeom>
              <a:avLst/>
              <a:gdLst>
                <a:gd name="textAreaLeft" fmla="*/ 0 w 550440"/>
                <a:gd name="textAreaRight" fmla="*/ 551880 w 550440"/>
                <a:gd name="textAreaTop" fmla="*/ 0 h 2234520"/>
                <a:gd name="textAreaBottom" fmla="*/ 2235960 h 2234520"/>
              </a:gdLst>
              <a:ahLst/>
              <a:cxnLst/>
              <a:rect l="textAreaLeft" t="textAreaTop" r="textAreaRight" b="textAreaBottom"/>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557" name="Freeform 31"/>
            <p:cNvSpPr/>
            <p:nvPr/>
          </p:nvSpPr>
          <p:spPr>
            <a:xfrm>
              <a:off x="468000" y="1289160"/>
              <a:ext cx="172800" cy="3025800"/>
            </a:xfrm>
            <a:custGeom>
              <a:avLst/>
              <a:gdLst>
                <a:gd name="textAreaLeft" fmla="*/ 0 w 172800"/>
                <a:gd name="textAreaRight" fmla="*/ 174240 w 172800"/>
                <a:gd name="textAreaTop" fmla="*/ 0 h 3025800"/>
                <a:gd name="textAreaBottom" fmla="*/ 3027240 h 3025800"/>
              </a:gdLst>
              <a:ahLst/>
              <a:cxnLst/>
              <a:rect l="textAreaLeft" t="textAreaTop" r="textAreaRight" b="textAreaBottom"/>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558" name="Freeform 32"/>
            <p:cNvSpPr/>
            <p:nvPr/>
          </p:nvSpPr>
          <p:spPr>
            <a:xfrm>
              <a:off x="1111680" y="6571440"/>
              <a:ext cx="132840" cy="280080"/>
            </a:xfrm>
            <a:custGeom>
              <a:avLst/>
              <a:gdLst>
                <a:gd name="textAreaLeft" fmla="*/ 0 w 132840"/>
                <a:gd name="textAreaRight" fmla="*/ 134280 w 132840"/>
                <a:gd name="textAreaTop" fmla="*/ 0 h 280080"/>
                <a:gd name="textAreaBottom" fmla="*/ 281520 h 280080"/>
              </a:gdLst>
              <a:ahLst/>
              <a:cxnLst/>
              <a:rect l="textAreaLeft" t="textAreaTop" r="textAreaRight" b="textAreaBottom"/>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559" name="Freeform 33"/>
            <p:cNvSpPr/>
            <p:nvPr/>
          </p:nvSpPr>
          <p:spPr>
            <a:xfrm>
              <a:off x="502560" y="4107600"/>
              <a:ext cx="81000" cy="510120"/>
            </a:xfrm>
            <a:custGeom>
              <a:avLst/>
              <a:gdLst>
                <a:gd name="textAreaLeft" fmla="*/ 0 w 81000"/>
                <a:gd name="textAreaRight" fmla="*/ 82440 w 81000"/>
                <a:gd name="textAreaTop" fmla="*/ 0 h 510120"/>
                <a:gd name="textAreaBottom" fmla="*/ 511560 h 510120"/>
              </a:gdLst>
              <a:ahLst/>
              <a:cxnLst/>
              <a:rect l="textAreaLeft" t="textAreaTop" r="textAreaRight" b="textAreaBottom"/>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560" name="Freeform 34"/>
            <p:cNvSpPr/>
            <p:nvPr/>
          </p:nvSpPr>
          <p:spPr>
            <a:xfrm>
              <a:off x="973800" y="3145680"/>
              <a:ext cx="1408680" cy="2715480"/>
            </a:xfrm>
            <a:custGeom>
              <a:avLst/>
              <a:gdLst>
                <a:gd name="textAreaLeft" fmla="*/ 0 w 1408680"/>
                <a:gd name="textAreaRight" fmla="*/ 1410120 w 1408680"/>
                <a:gd name="textAreaTop" fmla="*/ 0 h 2715480"/>
                <a:gd name="textAreaBottom" fmla="*/ 2716920 h 2715480"/>
              </a:gdLst>
              <a:ahLst/>
              <a:cxnLst/>
              <a:rect l="textAreaLeft" t="textAreaTop" r="textAreaRight" b="textAreaBottom"/>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561" name="Freeform 35"/>
            <p:cNvSpPr/>
            <p:nvPr/>
          </p:nvSpPr>
          <p:spPr>
            <a:xfrm>
              <a:off x="1073520" y="6600240"/>
              <a:ext cx="119160" cy="251640"/>
            </a:xfrm>
            <a:custGeom>
              <a:avLst/>
              <a:gdLst>
                <a:gd name="textAreaLeft" fmla="*/ 0 w 119160"/>
                <a:gd name="textAreaRight" fmla="*/ 120600 w 119160"/>
                <a:gd name="textAreaTop" fmla="*/ 0 h 251640"/>
                <a:gd name="textAreaBottom" fmla="*/ 253080 h 251640"/>
              </a:gdLst>
              <a:ahLst/>
              <a:cxnLst/>
              <a:rect l="textAreaLeft" t="textAreaTop" r="textAreaRight" b="textAreaBottom"/>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562" name="Freeform 36"/>
            <p:cNvSpPr/>
            <p:nvPr/>
          </p:nvSpPr>
          <p:spPr>
            <a:xfrm>
              <a:off x="973800" y="5897160"/>
              <a:ext cx="136440" cy="672840"/>
            </a:xfrm>
            <a:custGeom>
              <a:avLst/>
              <a:gdLst>
                <a:gd name="textAreaLeft" fmla="*/ 0 w 136440"/>
                <a:gd name="textAreaRight" fmla="*/ 137880 w 136440"/>
                <a:gd name="textAreaTop" fmla="*/ 0 h 672840"/>
                <a:gd name="textAreaBottom" fmla="*/ 674280 h 672840"/>
              </a:gdLst>
              <a:ahLst/>
              <a:cxnLst/>
              <a:rect l="textAreaLeft" t="textAreaTop" r="textAreaRight" b="textAreaBottom"/>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563" name="Freeform 37"/>
            <p:cNvSpPr/>
            <p:nvPr/>
          </p:nvSpPr>
          <p:spPr>
            <a:xfrm>
              <a:off x="973800" y="5772600"/>
              <a:ext cx="36720" cy="226440"/>
            </a:xfrm>
            <a:custGeom>
              <a:avLst/>
              <a:gdLst>
                <a:gd name="textAreaLeft" fmla="*/ 0 w 36720"/>
                <a:gd name="textAreaRight" fmla="*/ 38160 w 36720"/>
                <a:gd name="textAreaTop" fmla="*/ 0 h 226440"/>
                <a:gd name="textAreaBottom" fmla="*/ 227880 h 226440"/>
              </a:gdLst>
              <a:ahLst/>
              <a:cxnLst/>
              <a:rect l="textAreaLeft" t="textAreaTop" r="textAreaRight" b="textAreaBottom"/>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564" name="Freeform 38"/>
            <p:cNvSpPr/>
            <p:nvPr/>
          </p:nvSpPr>
          <p:spPr>
            <a:xfrm>
              <a:off x="1006200" y="6322680"/>
              <a:ext cx="209160" cy="529200"/>
            </a:xfrm>
            <a:custGeom>
              <a:avLst/>
              <a:gdLst>
                <a:gd name="textAreaLeft" fmla="*/ 0 w 209160"/>
                <a:gd name="textAreaRight" fmla="*/ 210600 w 209160"/>
                <a:gd name="textAreaTop" fmla="*/ 0 h 529200"/>
                <a:gd name="textAreaBottom" fmla="*/ 530640 h 529200"/>
              </a:gdLst>
              <a:ahLst/>
              <a:cxnLst/>
              <a:rect l="textAreaLeft" t="textAreaTop" r="textAreaRight" b="textAreaBottom"/>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grpSp>
      <p:sp>
        <p:nvSpPr>
          <p:cNvPr id="565" name="Rectangle 6"/>
          <p:cNvSpPr/>
          <p:nvPr/>
        </p:nvSpPr>
        <p:spPr>
          <a:xfrm>
            <a:off x="0" y="0"/>
            <a:ext cx="181440" cy="6856560"/>
          </a:xfrm>
          <a:prstGeom prst="rect">
            <a:avLst/>
          </a:prstGeom>
          <a:solidFill>
            <a:schemeClr val="tx2"/>
          </a:solidFill>
          <a:ln>
            <a:noFill/>
          </a:ln>
          <a:effectLst>
            <a:outerShdw blurRad="38160" dir="5400000" dist="25560" rotWithShape="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566" name="PlaceHolder 1"/>
          <p:cNvSpPr>
            <a:spLocks noGrp="1"/>
          </p:cNvSpPr>
          <p:nvPr>
            <p:ph type="title"/>
          </p:nvPr>
        </p:nvSpPr>
        <p:spPr>
          <a:xfrm>
            <a:off x="2593080" y="624240"/>
            <a:ext cx="8910360" cy="1279440"/>
          </a:xfrm>
          <a:prstGeom prst="rect">
            <a:avLst/>
          </a:prstGeom>
          <a:noFill/>
          <a:ln w="0">
            <a:noFill/>
          </a:ln>
        </p:spPr>
        <p:txBody>
          <a:bodyPr lIns="91440" rIns="91440" tIns="45720" bIns="45720" anchor="t">
            <a:noAutofit/>
          </a:bodyPr>
          <a:p>
            <a:pPr indent="0" defTabSz="457200">
              <a:lnSpc>
                <a:spcPct val="100000"/>
              </a:lnSpc>
              <a:buNone/>
              <a:tabLst>
                <a:tab algn="l" pos="0"/>
              </a:tabLst>
            </a:pPr>
            <a:r>
              <a:rPr lang="en-US" sz="3600" b="0" u="none" strike="noStrike">
                <a:solidFill>
                  <a:schemeClr val="dk1">
                    <a:lumMod val="85000"/>
                    <a:lumOff val="15000"/>
                  </a:schemeClr>
                </a:solidFill>
                <a:effectLst/>
                <a:uFillTx/>
                <a:latin typeface="Century Gothic"/>
              </a:rPr>
              <a:t>Click to edit Master title style</a:t>
            </a:r>
            <a:endParaRPr lang="en-US" sz="3600" b="0" u="none" strike="noStrike">
              <a:solidFill>
                <a:srgbClr val="000000"/>
              </a:solidFill>
              <a:effectLst/>
              <a:uFillTx/>
              <a:latin typeface="Arial"/>
            </a:endParaRPr>
          </a:p>
        </p:txBody>
      </p:sp>
      <p:sp>
        <p:nvSpPr>
          <p:cNvPr id="567" name="PlaceHolder 2"/>
          <p:cNvSpPr>
            <a:spLocks noGrp="1"/>
          </p:cNvSpPr>
          <p:nvPr>
            <p:ph type="body"/>
          </p:nvPr>
        </p:nvSpPr>
        <p:spPr>
          <a:xfrm>
            <a:off x="2589120" y="2133720"/>
            <a:ext cx="8913960" cy="3884760"/>
          </a:xfrm>
          <a:prstGeom prst="rect">
            <a:avLst/>
          </a:prstGeom>
          <a:noFill/>
          <a:ln w="0">
            <a:noFill/>
          </a:ln>
        </p:spPr>
        <p:txBody>
          <a:bodyPr lIns="91440" rIns="91440" tIns="45720" bIns="45720" anchor="t" vert="eaVert">
            <a:noAutofit/>
          </a:bodyPr>
          <a:p>
            <a:pPr marL="343080" indent="-343080" defTabSz="457200">
              <a:lnSpc>
                <a:spcPct val="100000"/>
              </a:lnSpc>
              <a:spcBef>
                <a:spcPts val="1001"/>
              </a:spcBef>
              <a:buClr>
                <a:srgbClr val="a53010"/>
              </a:buClr>
              <a:buFont typeface="Wingdings 3" charset="2"/>
              <a:buChar char=""/>
            </a:pPr>
            <a:r>
              <a:rPr lang="en-US" sz="1800" b="0" u="none" strike="noStrike">
                <a:solidFill>
                  <a:schemeClr val="dk1">
                    <a:lumMod val="75000"/>
                    <a:lumOff val="25000"/>
                  </a:schemeClr>
                </a:solidFill>
                <a:effectLst/>
                <a:uFillTx/>
                <a:latin typeface="Century Gothic"/>
              </a:rPr>
              <a:t>Click to edit Master text styles</a:t>
            </a:r>
            <a:endParaRPr lang="en-US" sz="1800" b="0" u="none" strike="noStrike">
              <a:solidFill>
                <a:srgbClr val="000000"/>
              </a:solidFill>
              <a:effectLst/>
              <a:uFillTx/>
              <a:latin typeface="Arial"/>
            </a:endParaRPr>
          </a:p>
          <a:p>
            <a:pPr marL="743040" lvl="1" indent="-285840" defTabSz="457200">
              <a:lnSpc>
                <a:spcPct val="100000"/>
              </a:lnSpc>
              <a:spcBef>
                <a:spcPts val="1001"/>
              </a:spcBef>
              <a:buClr>
                <a:srgbClr val="a53010"/>
              </a:buClr>
              <a:buFont typeface="Wingdings 3" charset="2"/>
              <a:buChar char=""/>
            </a:pPr>
            <a:r>
              <a:rPr lang="en-US" sz="1600" b="0" u="none" strike="noStrike">
                <a:solidFill>
                  <a:schemeClr val="dk1">
                    <a:lumMod val="75000"/>
                    <a:lumOff val="25000"/>
                  </a:schemeClr>
                </a:solidFill>
                <a:effectLst/>
                <a:uFillTx/>
                <a:latin typeface="Century Gothic"/>
              </a:rPr>
              <a:t>Second level</a:t>
            </a:r>
            <a:endParaRPr lang="en-US" sz="1600" b="0" u="none" strike="noStrike">
              <a:solidFill>
                <a:srgbClr val="000000"/>
              </a:solidFill>
              <a:effectLst/>
              <a:uFillTx/>
              <a:latin typeface="Arial"/>
            </a:endParaRPr>
          </a:p>
          <a:p>
            <a:pPr marL="1143000" lvl="2" indent="-228600" defTabSz="457200">
              <a:lnSpc>
                <a:spcPct val="100000"/>
              </a:lnSpc>
              <a:spcBef>
                <a:spcPts val="1001"/>
              </a:spcBef>
              <a:buClr>
                <a:srgbClr val="a53010"/>
              </a:buClr>
              <a:buFont typeface="Wingdings 3" charset="2"/>
              <a:buChar char=""/>
            </a:pPr>
            <a:r>
              <a:rPr lang="en-US" sz="1400" b="0" u="none" strike="noStrike">
                <a:solidFill>
                  <a:schemeClr val="dk1">
                    <a:lumMod val="75000"/>
                    <a:lumOff val="25000"/>
                  </a:schemeClr>
                </a:solidFill>
                <a:effectLst/>
                <a:uFillTx/>
                <a:latin typeface="Century Gothic"/>
              </a:rPr>
              <a:t>Third level</a:t>
            </a:r>
            <a:endParaRPr lang="en-US" sz="1400" b="0" u="none" strike="noStrike">
              <a:solidFill>
                <a:srgbClr val="000000"/>
              </a:solidFill>
              <a:effectLst/>
              <a:uFillTx/>
              <a:latin typeface="Arial"/>
            </a:endParaRPr>
          </a:p>
          <a:p>
            <a:pPr marL="1600200" lvl="3" indent="-228600" defTabSz="457200">
              <a:lnSpc>
                <a:spcPct val="100000"/>
              </a:lnSpc>
              <a:spcBef>
                <a:spcPts val="1001"/>
              </a:spcBef>
              <a:buClr>
                <a:srgbClr val="a53010"/>
              </a:buClr>
              <a:buFont typeface="Wingdings 3" charset="2"/>
              <a:buChar char=""/>
            </a:pPr>
            <a:r>
              <a:rPr lang="en-US" sz="1200" b="0" u="none" strike="noStrike">
                <a:solidFill>
                  <a:schemeClr val="dk1">
                    <a:lumMod val="75000"/>
                    <a:lumOff val="25000"/>
                  </a:schemeClr>
                </a:solidFill>
                <a:effectLst/>
                <a:uFillTx/>
                <a:latin typeface="Century Gothic"/>
              </a:rPr>
              <a:t>Fourth level</a:t>
            </a:r>
            <a:endParaRPr lang="en-US" sz="1200" b="0" u="none" strike="noStrike">
              <a:solidFill>
                <a:srgbClr val="000000"/>
              </a:solidFill>
              <a:effectLst/>
              <a:uFillTx/>
              <a:latin typeface="Arial"/>
            </a:endParaRPr>
          </a:p>
          <a:p>
            <a:pPr marL="2057400" lvl="4" indent="-228600" defTabSz="457200">
              <a:lnSpc>
                <a:spcPct val="100000"/>
              </a:lnSpc>
              <a:spcBef>
                <a:spcPts val="1001"/>
              </a:spcBef>
              <a:buClr>
                <a:srgbClr val="a53010"/>
              </a:buClr>
              <a:buFont typeface="Wingdings 3" charset="2"/>
              <a:buChar char=""/>
            </a:pPr>
            <a:r>
              <a:rPr lang="en-US" sz="1200" b="0" u="none" strike="noStrike">
                <a:solidFill>
                  <a:schemeClr val="dk1">
                    <a:lumMod val="75000"/>
                    <a:lumOff val="25000"/>
                  </a:schemeClr>
                </a:solidFill>
                <a:effectLst/>
                <a:uFillTx/>
                <a:latin typeface="Century Gothic"/>
              </a:rPr>
              <a:t>Fifth level</a:t>
            </a:r>
            <a:endParaRPr lang="en-US" sz="1200" b="0" u="none" strike="noStrike">
              <a:solidFill>
                <a:srgbClr val="000000"/>
              </a:solidFill>
              <a:effectLst/>
              <a:uFillTx/>
              <a:latin typeface="Arial"/>
            </a:endParaRPr>
          </a:p>
        </p:txBody>
      </p:sp>
      <p:sp>
        <p:nvSpPr>
          <p:cNvPr id="568" name="PlaceHolder 3"/>
          <p:cNvSpPr>
            <a:spLocks noGrp="1"/>
          </p:cNvSpPr>
          <p:nvPr>
            <p:ph type="dt" idx="49"/>
          </p:nvPr>
        </p:nvSpPr>
        <p:spPr>
          <a:xfrm>
            <a:off x="10361520" y="6130440"/>
            <a:ext cx="1144800" cy="3690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US" sz="900" b="0" u="none" strike="noStrike">
                <a:solidFill>
                  <a:schemeClr val="dk1">
                    <a:tint val="75000"/>
                  </a:schemeClr>
                </a:solidFill>
                <a:effectLst/>
                <a:uFillTx/>
                <a:latin typeface="Century Gothic"/>
              </a:defRPr>
            </a:lvl1pPr>
          </a:lstStyle>
          <a:p>
            <a:pPr indent="0" algn="r" defTabSz="457200">
              <a:lnSpc>
                <a:spcPct val="100000"/>
              </a:lnSpc>
              <a:buNone/>
              <a:tabLst>
                <a:tab algn="l" pos="0"/>
              </a:tabLst>
            </a:pPr>
            <a:r>
              <a:rPr lang="en-US" sz="900" b="0" u="none" strike="noStrike">
                <a:solidFill>
                  <a:schemeClr val="dk1">
                    <a:tint val="75000"/>
                  </a:schemeClr>
                </a:solidFill>
                <a:effectLst/>
                <a:uFillTx/>
                <a:latin typeface="Century Gothic"/>
              </a:rPr>
              <a:t>&lt;date/time&gt;</a:t>
            </a:r>
            <a:endParaRPr lang="en-US" sz="900" b="0" u="none" strike="noStrike">
              <a:solidFill>
                <a:srgbClr val="000000"/>
              </a:solidFill>
              <a:effectLst/>
              <a:uFillTx/>
              <a:latin typeface="Times New Roman"/>
            </a:endParaRPr>
          </a:p>
        </p:txBody>
      </p:sp>
      <p:sp>
        <p:nvSpPr>
          <p:cNvPr id="569" name="PlaceHolder 4"/>
          <p:cNvSpPr>
            <a:spLocks noGrp="1"/>
          </p:cNvSpPr>
          <p:nvPr>
            <p:ph type="ftr" idx="50"/>
          </p:nvPr>
        </p:nvSpPr>
        <p:spPr>
          <a:xfrm>
            <a:off x="2589120" y="6135840"/>
            <a:ext cx="7618680" cy="36360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Times New Roman"/>
              </a:defRPr>
            </a:lvl1pPr>
          </a:lstStyle>
          <a:p>
            <a:pPr indent="0" algn="ctr">
              <a:lnSpc>
                <a:spcPct val="100000"/>
              </a:lnSpc>
              <a:buNone/>
              <a:tabLst>
                <a:tab algn="l" pos="0"/>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570" name="Freeform 11"/>
          <p:cNvSpPr/>
          <p:nvPr/>
        </p:nvSpPr>
        <p:spPr>
          <a:xfrm flipV="1">
            <a:off x="-2880" y="711360"/>
            <a:ext cx="1587240" cy="505800"/>
          </a:xfrm>
          <a:custGeom>
            <a:avLst/>
            <a:gdLst>
              <a:gd name="textAreaLeft" fmla="*/ 0 w 1587240"/>
              <a:gd name="textAreaRight" fmla="*/ 1588680 w 1587240"/>
              <a:gd name="textAreaTop" fmla="*/ 720 h 505800"/>
              <a:gd name="textAreaBottom" fmla="*/ 507960 h 505800"/>
            </a:gdLst>
            <a:ahLst/>
            <a:cxnLst/>
            <a:rect l="textAreaLeft" t="textAreaTop" r="textAreaRight" b="textAreaBottom"/>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571" name="PlaceHolder 5"/>
          <p:cNvSpPr>
            <a:spLocks noGrp="1"/>
          </p:cNvSpPr>
          <p:nvPr>
            <p:ph type="sldNum" idx="51"/>
          </p:nvPr>
        </p:nvSpPr>
        <p:spPr>
          <a:xfrm>
            <a:off x="531720" y="787680"/>
            <a:ext cx="77832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US" sz="2000" b="0" u="none" strike="noStrike">
                <a:solidFill>
                  <a:srgbClr val="feffff"/>
                </a:solidFill>
                <a:effectLst/>
                <a:uFillTx/>
                <a:latin typeface="Century Gothic"/>
              </a:defRPr>
            </a:lvl1pPr>
          </a:lstStyle>
          <a:p>
            <a:pPr indent="0" algn="r" defTabSz="457200">
              <a:lnSpc>
                <a:spcPct val="100000"/>
              </a:lnSpc>
              <a:buNone/>
              <a:tabLst>
                <a:tab algn="l" pos="0"/>
              </a:tabLst>
            </a:pPr>
            <a:fld id="{A5CCA97C-6CF7-46BC-9A43-29EF60EEF440}" type="slidenum">
              <a:rPr lang="en-US" sz="2000" b="0" u="none" strike="noStrike">
                <a:solidFill>
                  <a:srgbClr val="feffff"/>
                </a:solidFill>
                <a:effectLst/>
                <a:uFillTx/>
                <a:latin typeface="Century Gothic"/>
              </a:rPr>
              <a:t>&lt;number&gt;</a:t>
            </a:fld>
            <a:endParaRPr lang="en-US" sz="2000" b="0" u="none" strike="noStrike">
              <a:solidFill>
                <a:srgbClr val="000000"/>
              </a:solidFill>
              <a:effectLst/>
              <a:uFillTx/>
              <a:latin typeface="Times New Roman"/>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 Id="rId16" Type="http://schemas.openxmlformats.org/officeDocument/2006/relationships/slideLayout" Target="../slideLayouts/slideLayout15.xml"/><Relationship Id="rId17" Type="http://schemas.openxmlformats.org/officeDocument/2006/relationships/slideLayout" Target="../slideLayouts/slideLayout16.xml"/><Relationship Id="rId18" Type="http://schemas.openxmlformats.org/officeDocument/2006/relationships/slideLayout" Target="../slideLayouts/slideLayout17.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2.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2.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2" name="PlaceHolder 1"/>
          <p:cNvSpPr>
            <a:spLocks noGrp="1"/>
          </p:cNvSpPr>
          <p:nvPr>
            <p:ph type="title"/>
          </p:nvPr>
        </p:nvSpPr>
        <p:spPr>
          <a:xfrm>
            <a:off x="2589120" y="1161360"/>
            <a:ext cx="8913960" cy="2261520"/>
          </a:xfrm>
          <a:prstGeom prst="rect">
            <a:avLst/>
          </a:prstGeom>
          <a:noFill/>
          <a:ln w="0">
            <a:noFill/>
          </a:ln>
        </p:spPr>
        <p:txBody>
          <a:bodyPr lIns="91440" rIns="91440" tIns="45720" bIns="45720" anchor="b">
            <a:normAutofit/>
          </a:bodyPr>
          <a:p>
            <a:pPr indent="0" defTabSz="457200">
              <a:lnSpc>
                <a:spcPct val="100000"/>
              </a:lnSpc>
              <a:buNone/>
              <a:tabLst>
                <a:tab algn="l" pos="0"/>
              </a:tabLst>
            </a:pPr>
            <a:r>
              <a:rPr lang="en-US" sz="5400" b="0" u="none" strike="noStrike">
                <a:solidFill>
                  <a:schemeClr val="dk1">
                    <a:lumMod val="85000"/>
                    <a:lumOff val="15000"/>
                  </a:schemeClr>
                </a:solidFill>
                <a:effectLst/>
                <a:uFillTx/>
                <a:latin typeface="Century Gothic"/>
              </a:rPr>
              <a:t>Image Classification on the xView Dataset using FFNN</a:t>
            </a:r>
            <a:endParaRPr lang="en-US" sz="5400" b="0" u="none" strike="noStrike">
              <a:solidFill>
                <a:srgbClr val="000000"/>
              </a:solidFill>
              <a:effectLst/>
              <a:uFillTx/>
              <a:latin typeface="Arial"/>
            </a:endParaRPr>
          </a:p>
        </p:txBody>
      </p:sp>
      <p:sp>
        <p:nvSpPr>
          <p:cNvPr id="573" name="PlaceHolder 2"/>
          <p:cNvSpPr>
            <a:spLocks noGrp="1"/>
          </p:cNvSpPr>
          <p:nvPr>
            <p:ph type="subTitle"/>
          </p:nvPr>
        </p:nvSpPr>
        <p:spPr>
          <a:xfrm>
            <a:off x="2589120" y="3908520"/>
            <a:ext cx="8913960" cy="1125000"/>
          </a:xfrm>
          <a:prstGeom prst="rect">
            <a:avLst/>
          </a:prstGeom>
          <a:noFill/>
          <a:ln w="0">
            <a:noFill/>
          </a:ln>
        </p:spPr>
        <p:txBody>
          <a:bodyPr lIns="91440" rIns="91440" tIns="45720" bIns="45720" anchor="t">
            <a:noAutofit/>
          </a:bodyPr>
          <a:p>
            <a:pPr indent="0" defTabSz="457200">
              <a:lnSpc>
                <a:spcPct val="100000"/>
              </a:lnSpc>
              <a:spcBef>
                <a:spcPts val="1001"/>
              </a:spcBef>
              <a:buNone/>
              <a:tabLst>
                <a:tab algn="l" pos="0"/>
              </a:tabLst>
            </a:pPr>
            <a:r>
              <a:rPr lang="en-US" sz="1800" b="0" u="none" strike="noStrike">
                <a:solidFill>
                  <a:schemeClr val="dk1">
                    <a:lumMod val="65000"/>
                    <a:lumOff val="35000"/>
                  </a:schemeClr>
                </a:solidFill>
                <a:effectLst/>
                <a:uFillTx/>
                <a:latin typeface="Century Gothic"/>
              </a:rPr>
              <a:t>FFNN Challenge - Deep Learning Course</a:t>
            </a:r>
            <a:endParaRPr lang="en-US" sz="1800" b="0" u="none" strike="noStrike">
              <a:solidFill>
                <a:srgbClr val="000000"/>
              </a:solidFill>
              <a:effectLst/>
              <a:uFillTx/>
              <a:latin typeface="Arial"/>
            </a:endParaRPr>
          </a:p>
          <a:p>
            <a:pPr indent="0" defTabSz="457200">
              <a:lnSpc>
                <a:spcPct val="100000"/>
              </a:lnSpc>
              <a:spcBef>
                <a:spcPts val="1001"/>
              </a:spcBef>
              <a:buNone/>
              <a:tabLst>
                <a:tab algn="l" pos="0"/>
              </a:tabLst>
            </a:pPr>
            <a:r>
              <a:rPr lang="en-US" sz="1800" b="0" u="none" strike="noStrike">
                <a:solidFill>
                  <a:schemeClr val="dk1">
                    <a:lumMod val="65000"/>
                    <a:lumOff val="35000"/>
                  </a:schemeClr>
                </a:solidFill>
                <a:effectLst/>
                <a:uFillTx/>
                <a:latin typeface="Century Gothic"/>
              </a:rPr>
              <a:t>Authors: Mitesh Kumar, Fotis Chatzifotiadis</a:t>
            </a:r>
            <a:endParaRPr lang="en-US" sz="1800" b="0" u="none" strike="noStrike">
              <a:solidFill>
                <a:srgbClr val="000000"/>
              </a:solidFill>
              <a:effectLst/>
              <a:uFillTx/>
              <a:latin typeface="Arial"/>
            </a:endParaRPr>
          </a:p>
          <a:p>
            <a:pPr indent="0" defTabSz="457200">
              <a:lnSpc>
                <a:spcPct val="100000"/>
              </a:lnSpc>
              <a:spcBef>
                <a:spcPts val="1001"/>
              </a:spcBef>
              <a:buNone/>
              <a:tabLst>
                <a:tab algn="l" pos="0"/>
              </a:tabLst>
            </a:pP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4" name="PlaceHolder 1"/>
          <p:cNvSpPr>
            <a:spLocks noGrp="1"/>
          </p:cNvSpPr>
          <p:nvPr>
            <p:ph type="title"/>
          </p:nvPr>
        </p:nvSpPr>
        <p:spPr>
          <a:xfrm>
            <a:off x="2593080" y="624240"/>
            <a:ext cx="8910360" cy="1279440"/>
          </a:xfrm>
          <a:prstGeom prst="rect">
            <a:avLst/>
          </a:prstGeom>
          <a:noFill/>
          <a:ln w="0">
            <a:noFill/>
          </a:ln>
        </p:spPr>
        <p:txBody>
          <a:bodyPr lIns="91440" rIns="91440" tIns="45720" bIns="45720" anchor="t">
            <a:noAutofit/>
          </a:bodyPr>
          <a:p>
            <a:pPr indent="0" defTabSz="457200">
              <a:lnSpc>
                <a:spcPct val="100000"/>
              </a:lnSpc>
              <a:buNone/>
              <a:tabLst>
                <a:tab algn="l" pos="0"/>
              </a:tabLst>
            </a:pPr>
            <a:r>
              <a:rPr lang="en-US" sz="3600" b="0" u="none" strike="noStrike">
                <a:solidFill>
                  <a:schemeClr val="dk1">
                    <a:lumMod val="85000"/>
                    <a:lumOff val="15000"/>
                  </a:schemeClr>
                </a:solidFill>
                <a:effectLst/>
                <a:uFillTx/>
                <a:latin typeface="Century Gothic"/>
              </a:rPr>
              <a:t>Challenge Objectives &amp; Constraints</a:t>
            </a:r>
            <a:endParaRPr lang="en-US" sz="3600" b="0" u="none" strike="noStrike">
              <a:solidFill>
                <a:srgbClr val="000000"/>
              </a:solidFill>
              <a:effectLst/>
              <a:uFillTx/>
              <a:latin typeface="Arial"/>
            </a:endParaRPr>
          </a:p>
        </p:txBody>
      </p:sp>
      <p:sp>
        <p:nvSpPr>
          <p:cNvPr id="575" name="PlaceHolder 2"/>
          <p:cNvSpPr>
            <a:spLocks noGrp="1"/>
          </p:cNvSpPr>
          <p:nvPr>
            <p:ph/>
          </p:nvPr>
        </p:nvSpPr>
        <p:spPr>
          <a:xfrm>
            <a:off x="2589120" y="2133720"/>
            <a:ext cx="8913960" cy="3884760"/>
          </a:xfrm>
          <a:prstGeom prst="rect">
            <a:avLst/>
          </a:prstGeom>
          <a:noFill/>
          <a:ln w="0">
            <a:noFill/>
          </a:ln>
        </p:spPr>
        <p:txBody>
          <a:bodyPr lIns="91440" rIns="91440" tIns="45720" bIns="45720" anchor="t">
            <a:noAutofit/>
          </a:bodyPr>
          <a:p>
            <a:pPr marL="343080" indent="-343080" defTabSz="457200">
              <a:lnSpc>
                <a:spcPct val="100000"/>
              </a:lnSpc>
              <a:spcBef>
                <a:spcPts val="1001"/>
              </a:spcBef>
              <a:buClr>
                <a:srgbClr val="a53010"/>
              </a:buClr>
              <a:buFont typeface="Wingdings 3" charset="2"/>
              <a:buChar char=""/>
            </a:pPr>
            <a:r>
              <a:rPr lang="en-US" sz="1800" b="0" u="none" strike="noStrike">
                <a:solidFill>
                  <a:schemeClr val="dk1">
                    <a:lumMod val="75000"/>
                    <a:lumOff val="25000"/>
                  </a:schemeClr>
                </a:solidFill>
                <a:effectLst/>
                <a:uFillTx/>
                <a:latin typeface="Century Gothic"/>
              </a:rPr>
              <a:t>Objective: Classify satellite imagery from the xView dataset into 13 distinct categories (e.g., Cargo planes, Small cars, Buildings).</a:t>
            </a:r>
            <a:endParaRPr lang="en-US" sz="1800" b="0" u="none" strike="noStrike">
              <a:solidFill>
                <a:srgbClr val="000000"/>
              </a:solidFill>
              <a:effectLst/>
              <a:uFillTx/>
              <a:latin typeface="Arial"/>
            </a:endParaRPr>
          </a:p>
          <a:p>
            <a:pPr marL="343080" indent="-343080" defTabSz="457200">
              <a:lnSpc>
                <a:spcPct val="100000"/>
              </a:lnSpc>
              <a:spcBef>
                <a:spcPts val="1001"/>
              </a:spcBef>
              <a:buClr>
                <a:srgbClr val="a53010"/>
              </a:buClr>
              <a:buFont typeface="Wingdings 3" charset="2"/>
              <a:buChar char=""/>
            </a:pPr>
            <a:r>
              <a:rPr lang="en-US" sz="1800" b="0" u="none" strike="noStrike">
                <a:solidFill>
                  <a:schemeClr val="dk1">
                    <a:lumMod val="75000"/>
                    <a:lumOff val="25000"/>
                  </a:schemeClr>
                </a:solidFill>
                <a:effectLst/>
                <a:uFillTx/>
                <a:latin typeface="Century Gothic"/>
              </a:rPr>
              <a:t>Constraint: Strictly utilize standard Feedforward Neural Networks (ffNNs), flattening the 224x224x3 images into a 150,528-feature 1D array.</a:t>
            </a:r>
            <a:endParaRPr lang="en-US" sz="1800" b="0" u="none" strike="noStrike">
              <a:solidFill>
                <a:srgbClr val="000000"/>
              </a:solidFill>
              <a:effectLst/>
              <a:uFillTx/>
              <a:latin typeface="Arial"/>
            </a:endParaRPr>
          </a:p>
          <a:p>
            <a:pPr marL="343080" indent="-343080" defTabSz="457200">
              <a:lnSpc>
                <a:spcPct val="100000"/>
              </a:lnSpc>
              <a:spcBef>
                <a:spcPts val="1001"/>
              </a:spcBef>
              <a:buClr>
                <a:srgbClr val="a53010"/>
              </a:buClr>
              <a:buFont typeface="Wingdings 3" charset="2"/>
              <a:buChar char=""/>
            </a:pPr>
            <a:r>
              <a:rPr lang="en-US" sz="1800" b="0" u="none" strike="noStrike">
                <a:solidFill>
                  <a:schemeClr val="dk1">
                    <a:lumMod val="75000"/>
                    <a:lumOff val="25000"/>
                  </a:schemeClr>
                </a:solidFill>
                <a:effectLst/>
                <a:uFillTx/>
                <a:latin typeface="Century Gothic"/>
              </a:rPr>
              <a:t>The Core Challenge: Handling class imbalance and extracting features without using convolutional layers.</a:t>
            </a: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6" name="PlaceHolder 1"/>
          <p:cNvSpPr>
            <a:spLocks noGrp="1"/>
          </p:cNvSpPr>
          <p:nvPr>
            <p:ph type="title"/>
          </p:nvPr>
        </p:nvSpPr>
        <p:spPr>
          <a:xfrm>
            <a:off x="2593080" y="624240"/>
            <a:ext cx="8910360" cy="1279440"/>
          </a:xfrm>
          <a:prstGeom prst="rect">
            <a:avLst/>
          </a:prstGeom>
          <a:noFill/>
          <a:ln w="0">
            <a:noFill/>
          </a:ln>
        </p:spPr>
        <p:txBody>
          <a:bodyPr lIns="91440" rIns="91440" tIns="45720" bIns="45720" anchor="t">
            <a:noAutofit/>
          </a:bodyPr>
          <a:p>
            <a:pPr indent="0" algn="ctr" defTabSz="457200">
              <a:lnSpc>
                <a:spcPct val="100000"/>
              </a:lnSpc>
              <a:buNone/>
              <a:tabLst>
                <a:tab algn="l" pos="0"/>
              </a:tabLst>
            </a:pPr>
            <a:r>
              <a:rPr lang="en-US" sz="3600" b="0" u="none" strike="noStrike">
                <a:solidFill>
                  <a:schemeClr val="dk1">
                    <a:lumMod val="85000"/>
                    <a:lumOff val="15000"/>
                  </a:schemeClr>
                </a:solidFill>
                <a:effectLst/>
                <a:uFillTx/>
                <a:latin typeface="Century Gothic"/>
              </a:rPr>
              <a:t>Model A</a:t>
            </a:r>
            <a:endParaRPr lang="en-US" sz="3600" b="0" u="none" strike="noStrike">
              <a:solidFill>
                <a:srgbClr val="000000"/>
              </a:solidFill>
              <a:effectLst/>
              <a:uFillTx/>
              <a:latin typeface="Arial"/>
            </a:endParaRPr>
          </a:p>
        </p:txBody>
      </p:sp>
      <p:sp>
        <p:nvSpPr>
          <p:cNvPr id="577" name="PlaceHolder 2"/>
          <p:cNvSpPr>
            <a:spLocks noGrp="1"/>
          </p:cNvSpPr>
          <p:nvPr>
            <p:ph/>
          </p:nvPr>
        </p:nvSpPr>
        <p:spPr>
          <a:xfrm>
            <a:off x="2589120" y="1365480"/>
            <a:ext cx="8913960" cy="5326560"/>
          </a:xfrm>
          <a:prstGeom prst="rect">
            <a:avLst/>
          </a:prstGeom>
          <a:noFill/>
          <a:ln w="0">
            <a:noFill/>
          </a:ln>
        </p:spPr>
        <p:txBody>
          <a:bodyPr lIns="91440" rIns="91440" tIns="45720" bIns="45720" anchor="t">
            <a:normAutofit/>
          </a:bodyPr>
          <a:p>
            <a:pPr marL="343080" indent="-343080" defTabSz="457200">
              <a:lnSpc>
                <a:spcPct val="100000"/>
              </a:lnSpc>
              <a:spcBef>
                <a:spcPts val="1001"/>
              </a:spcBef>
              <a:buClr>
                <a:srgbClr val="a53010"/>
              </a:buClr>
              <a:buFont typeface="Wingdings 3" charset="2"/>
              <a:buChar char=""/>
            </a:pPr>
            <a:r>
              <a:rPr lang="en-US" sz="1800" b="0" u="none" strike="noStrike">
                <a:solidFill>
                  <a:schemeClr val="dk1">
                    <a:lumMod val="75000"/>
                    <a:lumOff val="25000"/>
                  </a:schemeClr>
                </a:solidFill>
                <a:effectLst/>
                <a:uFillTx/>
                <a:latin typeface="Century Gothic"/>
              </a:rPr>
              <a:t>Architecture :</a:t>
            </a:r>
            <a:endParaRPr lang="en-US" sz="1800" b="0" u="none" strike="noStrike">
              <a:solidFill>
                <a:srgbClr val="000000"/>
              </a:solidFill>
              <a:effectLst/>
              <a:uFillTx/>
              <a:latin typeface="Arial"/>
            </a:endParaRPr>
          </a:p>
          <a:p>
            <a:pPr indent="0" defTabSz="457200">
              <a:lnSpc>
                <a:spcPct val="100000"/>
              </a:lnSpc>
              <a:spcBef>
                <a:spcPts val="1001"/>
              </a:spcBef>
              <a:buNone/>
              <a:tabLst>
                <a:tab algn="l" pos="0"/>
              </a:tabLst>
            </a:pPr>
            <a:endParaRPr lang="en-US" sz="1800" b="0" u="none" strike="noStrike">
              <a:solidFill>
                <a:srgbClr val="000000"/>
              </a:solidFill>
              <a:effectLst/>
              <a:uFillTx/>
              <a:latin typeface="Arial"/>
            </a:endParaRPr>
          </a:p>
          <a:p>
            <a:pPr indent="0" defTabSz="457200">
              <a:lnSpc>
                <a:spcPct val="100000"/>
              </a:lnSpc>
              <a:spcBef>
                <a:spcPts val="1001"/>
              </a:spcBef>
              <a:buNone/>
              <a:tabLst>
                <a:tab algn="l" pos="0"/>
              </a:tabLst>
            </a:pPr>
            <a:endParaRPr lang="en-US" sz="1800" b="0" u="none" strike="noStrike">
              <a:solidFill>
                <a:srgbClr val="000000"/>
              </a:solidFill>
              <a:effectLst/>
              <a:uFillTx/>
              <a:latin typeface="Arial"/>
            </a:endParaRPr>
          </a:p>
          <a:p>
            <a:pPr indent="0" defTabSz="457200">
              <a:lnSpc>
                <a:spcPct val="100000"/>
              </a:lnSpc>
              <a:spcBef>
                <a:spcPts val="1001"/>
              </a:spcBef>
              <a:buNone/>
              <a:tabLst>
                <a:tab algn="l" pos="0"/>
              </a:tabLst>
            </a:pPr>
            <a:endParaRPr lang="en-US" sz="1800" b="0" u="none" strike="noStrike">
              <a:solidFill>
                <a:srgbClr val="000000"/>
              </a:solidFill>
              <a:effectLst/>
              <a:uFillTx/>
              <a:latin typeface="Arial"/>
            </a:endParaRPr>
          </a:p>
          <a:p>
            <a:pPr indent="0" defTabSz="457200">
              <a:lnSpc>
                <a:spcPct val="100000"/>
              </a:lnSpc>
              <a:spcBef>
                <a:spcPts val="1001"/>
              </a:spcBef>
              <a:buNone/>
              <a:tabLst>
                <a:tab algn="l" pos="0"/>
              </a:tabLst>
            </a:pPr>
            <a:endParaRPr lang="en-US" sz="1800" b="0" u="none" strike="noStrike">
              <a:solidFill>
                <a:srgbClr val="000000"/>
              </a:solidFill>
              <a:effectLst/>
              <a:uFillTx/>
              <a:latin typeface="Arial"/>
            </a:endParaRPr>
          </a:p>
          <a:p>
            <a:pPr indent="0" defTabSz="457200">
              <a:lnSpc>
                <a:spcPct val="100000"/>
              </a:lnSpc>
              <a:spcBef>
                <a:spcPts val="1001"/>
              </a:spcBef>
              <a:buNone/>
              <a:tabLst>
                <a:tab algn="l" pos="0"/>
              </a:tabLst>
            </a:pPr>
            <a:endParaRPr lang="en-US" sz="1800" b="0" u="none" strike="noStrike">
              <a:solidFill>
                <a:srgbClr val="000000"/>
              </a:solidFill>
              <a:effectLst/>
              <a:uFillTx/>
              <a:latin typeface="Arial"/>
            </a:endParaRPr>
          </a:p>
          <a:p>
            <a:pPr indent="0" defTabSz="457200">
              <a:lnSpc>
                <a:spcPct val="100000"/>
              </a:lnSpc>
              <a:spcBef>
                <a:spcPts val="1001"/>
              </a:spcBef>
              <a:buNone/>
              <a:tabLst>
                <a:tab algn="l" pos="0"/>
              </a:tabLst>
            </a:pPr>
            <a:endParaRPr lang="en-US" sz="1800" b="0" u="none" strike="noStrike">
              <a:solidFill>
                <a:srgbClr val="000000"/>
              </a:solidFill>
              <a:effectLst/>
              <a:uFillTx/>
              <a:latin typeface="Arial"/>
            </a:endParaRPr>
          </a:p>
          <a:p>
            <a:pPr indent="0" defTabSz="457200">
              <a:lnSpc>
                <a:spcPct val="100000"/>
              </a:lnSpc>
              <a:spcBef>
                <a:spcPts val="1001"/>
              </a:spcBef>
              <a:buNone/>
              <a:tabLst>
                <a:tab algn="l" pos="0"/>
              </a:tabLst>
            </a:pPr>
            <a:endParaRPr lang="en-US" sz="1800" b="0" u="none" strike="noStrike">
              <a:solidFill>
                <a:srgbClr val="000000"/>
              </a:solidFill>
              <a:effectLst/>
              <a:uFillTx/>
              <a:latin typeface="Arial"/>
            </a:endParaRPr>
          </a:p>
          <a:p>
            <a:pPr marL="343080" indent="-343080" defTabSz="457200">
              <a:lnSpc>
                <a:spcPct val="100000"/>
              </a:lnSpc>
              <a:spcBef>
                <a:spcPts val="1001"/>
              </a:spcBef>
              <a:buClr>
                <a:srgbClr val="a53010"/>
              </a:buClr>
              <a:buFont typeface="Wingdings 3" charset="2"/>
              <a:buChar char=""/>
              <a:tabLst>
                <a:tab algn="l" pos="0"/>
              </a:tabLst>
            </a:pPr>
            <a:r>
              <a:rPr lang="en-US" sz="1800" b="0" u="none" strike="noStrike">
                <a:solidFill>
                  <a:schemeClr val="dk1">
                    <a:lumMod val="75000"/>
                    <a:lumOff val="25000"/>
                  </a:schemeClr>
                </a:solidFill>
                <a:effectLst/>
                <a:uFillTx/>
                <a:latin typeface="Century Gothic"/>
              </a:rPr>
              <a:t>Batch Size: 64</a:t>
            </a:r>
            <a:endParaRPr lang="en-US" sz="1800" b="0" u="none" strike="noStrike">
              <a:solidFill>
                <a:srgbClr val="000000"/>
              </a:solidFill>
              <a:effectLst/>
              <a:uFillTx/>
              <a:latin typeface="Arial"/>
            </a:endParaRPr>
          </a:p>
          <a:p>
            <a:pPr marL="343080" indent="-343080" defTabSz="457200">
              <a:lnSpc>
                <a:spcPct val="100000"/>
              </a:lnSpc>
              <a:spcBef>
                <a:spcPts val="1001"/>
              </a:spcBef>
              <a:buClr>
                <a:srgbClr val="a53010"/>
              </a:buClr>
              <a:buFont typeface="Wingdings 3" charset="2"/>
              <a:buChar char=""/>
              <a:tabLst>
                <a:tab algn="l" pos="0"/>
              </a:tabLst>
            </a:pPr>
            <a:r>
              <a:rPr lang="en-US" sz="1800" b="0" u="none" strike="noStrike">
                <a:solidFill>
                  <a:schemeClr val="dk1">
                    <a:lumMod val="75000"/>
                    <a:lumOff val="25000"/>
                  </a:schemeClr>
                </a:solidFill>
                <a:effectLst/>
                <a:uFillTx/>
                <a:latin typeface="Century Gothic"/>
              </a:rPr>
              <a:t>Learning Rate of: 1e-4</a:t>
            </a:r>
            <a:endParaRPr lang="en-US" sz="1800" b="0" u="none" strike="noStrike">
              <a:solidFill>
                <a:srgbClr val="000000"/>
              </a:solidFill>
              <a:effectLst/>
              <a:uFillTx/>
              <a:latin typeface="Arial"/>
            </a:endParaRPr>
          </a:p>
          <a:p>
            <a:pPr marL="343080" indent="-343080" defTabSz="457200">
              <a:lnSpc>
                <a:spcPct val="100000"/>
              </a:lnSpc>
              <a:spcBef>
                <a:spcPts val="1001"/>
              </a:spcBef>
              <a:buClr>
                <a:srgbClr val="a53010"/>
              </a:buClr>
              <a:buFont typeface="Wingdings 3" charset="2"/>
              <a:buChar char=""/>
              <a:tabLst>
                <a:tab algn="l" pos="0"/>
              </a:tabLst>
            </a:pPr>
            <a:r>
              <a:rPr lang="en-US" sz="1800" b="0" u="none" strike="noStrike">
                <a:solidFill>
                  <a:schemeClr val="dk1">
                    <a:lumMod val="75000"/>
                    <a:lumOff val="25000"/>
                  </a:schemeClr>
                </a:solidFill>
                <a:effectLst/>
                <a:uFillTx/>
                <a:latin typeface="Century Gothic"/>
              </a:rPr>
              <a:t>Loss Function: </a:t>
            </a:r>
            <a:r>
              <a:rPr lang="de-DE" sz="1800" b="0" u="none" strike="noStrike">
                <a:solidFill>
                  <a:schemeClr val="dk1">
                    <a:lumMod val="75000"/>
                    <a:lumOff val="25000"/>
                  </a:schemeClr>
                </a:solidFill>
                <a:effectLst/>
                <a:uFillTx/>
                <a:latin typeface="Century Gothic"/>
              </a:rPr>
              <a:t>categorical_crossentropy</a:t>
            </a:r>
            <a:endParaRPr lang="en-US" sz="1800" b="0" u="none" strike="noStrike">
              <a:solidFill>
                <a:srgbClr val="000000"/>
              </a:solidFill>
              <a:effectLst/>
              <a:uFillTx/>
              <a:latin typeface="Arial"/>
            </a:endParaRPr>
          </a:p>
          <a:p>
            <a:pPr indent="0" defTabSz="457200">
              <a:lnSpc>
                <a:spcPct val="100000"/>
              </a:lnSpc>
              <a:spcBef>
                <a:spcPts val="1001"/>
              </a:spcBef>
              <a:buNone/>
              <a:tabLst>
                <a:tab algn="l" pos="0"/>
              </a:tabLst>
            </a:pPr>
            <a:endParaRPr lang="en-US" sz="1800" b="0" u="none" strike="noStrike">
              <a:solidFill>
                <a:srgbClr val="000000"/>
              </a:solidFill>
              <a:effectLst/>
              <a:uFillTx/>
              <a:latin typeface="Arial"/>
            </a:endParaRPr>
          </a:p>
        </p:txBody>
      </p:sp>
      <p:pic>
        <p:nvPicPr>
          <p:cNvPr id="578" name="Picture 4"/>
          <p:cNvPicPr/>
          <p:nvPr/>
        </p:nvPicPr>
        <p:blipFill>
          <a:blip r:embed="rId1"/>
          <a:stretch/>
        </p:blipFill>
        <p:spPr>
          <a:xfrm>
            <a:off x="2887200" y="1763280"/>
            <a:ext cx="6415920" cy="2607480"/>
          </a:xfrm>
          <a:prstGeom prst="rect">
            <a:avLst/>
          </a:prstGeom>
          <a:noFill/>
          <a:ln w="0">
            <a:noFill/>
          </a:ln>
        </p:spPr>
      </p:pic>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9" name="PlaceHolder 1"/>
          <p:cNvSpPr>
            <a:spLocks noGrp="1"/>
          </p:cNvSpPr>
          <p:nvPr>
            <p:ph type="title"/>
          </p:nvPr>
        </p:nvSpPr>
        <p:spPr>
          <a:xfrm>
            <a:off x="2593080" y="624240"/>
            <a:ext cx="8910360" cy="1279440"/>
          </a:xfrm>
          <a:prstGeom prst="rect">
            <a:avLst/>
          </a:prstGeom>
          <a:noFill/>
          <a:ln w="0">
            <a:noFill/>
          </a:ln>
        </p:spPr>
        <p:txBody>
          <a:bodyPr lIns="91440" rIns="91440" tIns="45720" bIns="45720" anchor="t">
            <a:noAutofit/>
          </a:bodyPr>
          <a:p>
            <a:pPr indent="0" algn="ctr" defTabSz="457200">
              <a:lnSpc>
                <a:spcPct val="100000"/>
              </a:lnSpc>
              <a:buNone/>
              <a:tabLst>
                <a:tab algn="l" pos="0"/>
              </a:tabLst>
            </a:pPr>
            <a:r>
              <a:rPr lang="en-US" sz="3600" b="0" u="none" strike="noStrike">
                <a:solidFill>
                  <a:schemeClr val="dk1">
                    <a:lumMod val="85000"/>
                    <a:lumOff val="15000"/>
                  </a:schemeClr>
                </a:solidFill>
                <a:effectLst/>
                <a:uFillTx/>
                <a:latin typeface="Century Gothic"/>
              </a:rPr>
              <a:t>Model A: Results</a:t>
            </a:r>
            <a:endParaRPr lang="en-US" sz="3600" b="0" u="none" strike="noStrike">
              <a:solidFill>
                <a:srgbClr val="000000"/>
              </a:solidFill>
              <a:effectLst/>
              <a:uFillTx/>
              <a:latin typeface="Arial"/>
            </a:endParaRPr>
          </a:p>
        </p:txBody>
      </p:sp>
      <p:sp>
        <p:nvSpPr>
          <p:cNvPr id="580" name="PlaceHolder 2"/>
          <p:cNvSpPr>
            <a:spLocks noGrp="1"/>
          </p:cNvSpPr>
          <p:nvPr>
            <p:ph/>
          </p:nvPr>
        </p:nvSpPr>
        <p:spPr>
          <a:xfrm>
            <a:off x="2589120" y="2133720"/>
            <a:ext cx="8913960" cy="3884760"/>
          </a:xfrm>
          <a:prstGeom prst="rect">
            <a:avLst/>
          </a:prstGeom>
          <a:noFill/>
          <a:ln w="0">
            <a:noFill/>
          </a:ln>
        </p:spPr>
        <p:txBody>
          <a:bodyPr lIns="91440" rIns="91440" tIns="45720" bIns="45720" anchor="t">
            <a:noAutofit/>
          </a:bodyPr>
          <a:p>
            <a:pPr marL="343080" indent="-343080" defTabSz="457200">
              <a:lnSpc>
                <a:spcPct val="100000"/>
              </a:lnSpc>
              <a:spcBef>
                <a:spcPts val="1001"/>
              </a:spcBef>
              <a:buClr>
                <a:srgbClr val="a53010"/>
              </a:buClr>
              <a:buFont typeface="Wingdings 3" charset="2"/>
              <a:buChar char=""/>
            </a:pPr>
            <a:r>
              <a:rPr lang="en-US" sz="1800" b="0" u="none" strike="noStrike">
                <a:solidFill>
                  <a:schemeClr val="dk1">
                    <a:lumMod val="75000"/>
                    <a:lumOff val="25000"/>
                  </a:schemeClr>
                </a:solidFill>
                <a:effectLst/>
                <a:uFillTx/>
                <a:latin typeface="Century Gothic"/>
              </a:rPr>
              <a:t>Validation Metrics Achieved:</a:t>
            </a:r>
            <a:endParaRPr lang="en-US" sz="1800" b="0" u="none" strike="noStrike">
              <a:solidFill>
                <a:srgbClr val="000000"/>
              </a:solidFill>
              <a:effectLst/>
              <a:uFillTx/>
              <a:latin typeface="Arial"/>
            </a:endParaRPr>
          </a:p>
          <a:p>
            <a:pPr marL="343080" indent="-343080" defTabSz="457200">
              <a:lnSpc>
                <a:spcPct val="100000"/>
              </a:lnSpc>
              <a:spcBef>
                <a:spcPts val="1001"/>
              </a:spcBef>
              <a:buClr>
                <a:srgbClr val="a53010"/>
              </a:buClr>
              <a:buFont typeface="Wingdings 3" charset="2"/>
              <a:buChar char=""/>
            </a:pPr>
            <a:r>
              <a:rPr lang="en-US" sz="1800" b="0" u="none" strike="noStrike">
                <a:solidFill>
                  <a:schemeClr val="dk1">
                    <a:lumMod val="75000"/>
                    <a:lumOff val="25000"/>
                  </a:schemeClr>
                </a:solidFill>
                <a:effectLst/>
                <a:uFillTx/>
                <a:latin typeface="Century Gothic"/>
              </a:rPr>
              <a:t>Mean Accuracy: 47.360%</a:t>
            </a:r>
            <a:endParaRPr lang="en-US" sz="1800" b="0" u="none" strike="noStrike">
              <a:solidFill>
                <a:srgbClr val="000000"/>
              </a:solidFill>
              <a:effectLst/>
              <a:uFillTx/>
              <a:latin typeface="Arial"/>
            </a:endParaRPr>
          </a:p>
          <a:p>
            <a:pPr marL="343080" indent="-343080" defTabSz="457200">
              <a:lnSpc>
                <a:spcPct val="100000"/>
              </a:lnSpc>
              <a:spcBef>
                <a:spcPts val="1001"/>
              </a:spcBef>
              <a:buClr>
                <a:srgbClr val="a53010"/>
              </a:buClr>
              <a:buFont typeface="Wingdings 3" charset="2"/>
              <a:buChar char=""/>
            </a:pPr>
            <a:r>
              <a:rPr lang="en-US" sz="1800" b="0" u="none" strike="noStrike">
                <a:solidFill>
                  <a:schemeClr val="dk1">
                    <a:lumMod val="75000"/>
                    <a:lumOff val="25000"/>
                  </a:schemeClr>
                </a:solidFill>
                <a:effectLst/>
                <a:uFillTx/>
                <a:latin typeface="Century Gothic"/>
              </a:rPr>
              <a:t>Mean Recall: 38.652%</a:t>
            </a:r>
            <a:endParaRPr lang="en-US" sz="1800" b="0" u="none" strike="noStrike">
              <a:solidFill>
                <a:srgbClr val="000000"/>
              </a:solidFill>
              <a:effectLst/>
              <a:uFillTx/>
              <a:latin typeface="Arial"/>
            </a:endParaRPr>
          </a:p>
          <a:p>
            <a:pPr marL="343080" indent="-343080" defTabSz="457200">
              <a:lnSpc>
                <a:spcPct val="100000"/>
              </a:lnSpc>
              <a:spcBef>
                <a:spcPts val="1001"/>
              </a:spcBef>
              <a:buClr>
                <a:srgbClr val="a53010"/>
              </a:buClr>
              <a:buFont typeface="Wingdings 3" charset="2"/>
              <a:buChar char=""/>
            </a:pPr>
            <a:r>
              <a:rPr lang="en-US" sz="1800" b="0" u="none" strike="noStrike">
                <a:solidFill>
                  <a:schemeClr val="dk1">
                    <a:lumMod val="75000"/>
                    <a:lumOff val="25000"/>
                  </a:schemeClr>
                </a:solidFill>
                <a:effectLst/>
                <a:uFillTx/>
                <a:latin typeface="Century Gothic"/>
              </a:rPr>
              <a:t>Mean Precision: 42.469%</a:t>
            </a: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1" name="PlaceHolder 1"/>
          <p:cNvSpPr>
            <a:spLocks noGrp="1"/>
          </p:cNvSpPr>
          <p:nvPr>
            <p:ph type="title"/>
          </p:nvPr>
        </p:nvSpPr>
        <p:spPr>
          <a:xfrm>
            <a:off x="2593080" y="624240"/>
            <a:ext cx="8910360" cy="1279440"/>
          </a:xfrm>
          <a:prstGeom prst="rect">
            <a:avLst/>
          </a:prstGeom>
          <a:noFill/>
          <a:ln w="0">
            <a:noFill/>
          </a:ln>
        </p:spPr>
        <p:txBody>
          <a:bodyPr lIns="91440" rIns="91440" tIns="45720" bIns="45720" anchor="t">
            <a:noAutofit/>
          </a:bodyPr>
          <a:p>
            <a:pPr indent="0" algn="ctr" defTabSz="457200">
              <a:lnSpc>
                <a:spcPct val="100000"/>
              </a:lnSpc>
              <a:buNone/>
              <a:tabLst>
                <a:tab algn="l" pos="0"/>
              </a:tabLst>
            </a:pPr>
            <a:r>
              <a:rPr lang="en-US" sz="3600" b="0" u="none" strike="noStrike">
                <a:solidFill>
                  <a:schemeClr val="dk1">
                    <a:lumMod val="85000"/>
                    <a:lumOff val="15000"/>
                  </a:schemeClr>
                </a:solidFill>
                <a:effectLst/>
                <a:uFillTx/>
                <a:latin typeface="Century Gothic"/>
              </a:rPr>
              <a:t>Model A: Architecture</a:t>
            </a:r>
            <a:endParaRPr lang="en-US" sz="3600" b="0" u="none" strike="noStrike">
              <a:solidFill>
                <a:srgbClr val="000000"/>
              </a:solidFill>
              <a:effectLst/>
              <a:uFillTx/>
              <a:latin typeface="Arial"/>
            </a:endParaRPr>
          </a:p>
        </p:txBody>
      </p:sp>
      <p:sp>
        <p:nvSpPr>
          <p:cNvPr id="582" name="PlaceHolder 2"/>
          <p:cNvSpPr>
            <a:spLocks noGrp="1"/>
          </p:cNvSpPr>
          <p:nvPr>
            <p:ph/>
          </p:nvPr>
        </p:nvSpPr>
        <p:spPr>
          <a:xfrm>
            <a:off x="2589120" y="2097720"/>
            <a:ext cx="8913960" cy="3884760"/>
          </a:xfrm>
          <a:prstGeom prst="rect">
            <a:avLst/>
          </a:prstGeom>
          <a:noFill/>
          <a:ln w="0">
            <a:noFill/>
          </a:ln>
        </p:spPr>
        <p:txBody>
          <a:bodyPr lIns="91440" rIns="91440" tIns="45720" bIns="45720" anchor="t">
            <a:noAutofit/>
          </a:bodyPr>
          <a:p>
            <a:pPr marL="343080" indent="0" defTabSz="457200">
              <a:lnSpc>
                <a:spcPct val="100000"/>
              </a:lnSpc>
              <a:spcBef>
                <a:spcPts val="1191"/>
              </a:spcBef>
              <a:spcAft>
                <a:spcPts val="992"/>
              </a:spcAft>
              <a:buNone/>
              <a:tabLst>
                <a:tab algn="l" pos="0"/>
              </a:tabLst>
            </a:pPr>
            <a:r>
              <a:rPr lang="en-US" sz="1400" b="0" u="none" strike="noStrike">
                <a:solidFill>
                  <a:schemeClr val="dk1">
                    <a:lumMod val="75000"/>
                    <a:lumOff val="25000"/>
                  </a:schemeClr>
                </a:solidFill>
                <a:effectLst/>
                <a:uFillTx/>
                <a:latin typeface="Century Gothic"/>
              </a:rPr>
              <a:t>The network gradually reduces the number of neurons in each layer (1024 → 512 → 256 → 128), so the information is compressed step by step. ReLU was used in the hidden layers because it works well in practice and is simple to implement. The model was trained using the Adam optimizer with a learning rate of 1e-4 and categorical cross-entropy loss, since this is a multi-class classification problem with one-hot labels. A batch size of 64 was chosen because it gave stable training and good validation results.</a:t>
            </a:r>
            <a:endParaRPr lang="en-US" sz="1400" b="0" u="none" strike="noStrike">
              <a:solidFill>
                <a:srgbClr val="000000"/>
              </a:solidFill>
              <a:effectLst/>
              <a:uFillTx/>
              <a:latin typeface="Arial"/>
            </a:endParaRPr>
          </a:p>
          <a:p>
            <a:pPr marL="343080" indent="0" defTabSz="457200">
              <a:lnSpc>
                <a:spcPct val="100000"/>
              </a:lnSpc>
              <a:spcBef>
                <a:spcPts val="1001"/>
              </a:spcBef>
              <a:buNone/>
              <a:tabLst>
                <a:tab algn="l" pos="0"/>
              </a:tabLst>
            </a:pPr>
            <a:r>
              <a:rPr lang="en-US" sz="1800" b="0" u="none" strike="noStrike">
                <a:solidFill>
                  <a:schemeClr val="dk1">
                    <a:lumMod val="75000"/>
                    <a:lumOff val="25000"/>
                  </a:schemeClr>
                </a:solidFill>
                <a:effectLst/>
                <a:uFillTx/>
                <a:latin typeface="Century Gothic"/>
              </a:rPr>
              <a:t> </a:t>
            </a: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3" name="PlaceHolder 1"/>
          <p:cNvSpPr>
            <a:spLocks noGrp="1"/>
          </p:cNvSpPr>
          <p:nvPr>
            <p:ph type="title"/>
          </p:nvPr>
        </p:nvSpPr>
        <p:spPr>
          <a:xfrm>
            <a:off x="2593080" y="624240"/>
            <a:ext cx="8910360" cy="1279440"/>
          </a:xfrm>
          <a:prstGeom prst="rect">
            <a:avLst/>
          </a:prstGeom>
          <a:noFill/>
          <a:ln w="0">
            <a:noFill/>
          </a:ln>
        </p:spPr>
        <p:txBody>
          <a:bodyPr lIns="91440" rIns="91440" tIns="45720" bIns="45720" anchor="t">
            <a:noAutofit/>
          </a:bodyPr>
          <a:p>
            <a:pPr indent="0" algn="ctr" defTabSz="457200">
              <a:lnSpc>
                <a:spcPct val="100000"/>
              </a:lnSpc>
              <a:buNone/>
              <a:tabLst>
                <a:tab algn="l" pos="0"/>
              </a:tabLst>
            </a:pPr>
            <a:r>
              <a:rPr lang="en-US" sz="3600" b="0" u="none" strike="noStrike">
                <a:solidFill>
                  <a:schemeClr val="dk1">
                    <a:lumMod val="85000"/>
                    <a:lumOff val="15000"/>
                  </a:schemeClr>
                </a:solidFill>
                <a:effectLst/>
                <a:uFillTx/>
                <a:latin typeface="Century Gothic"/>
              </a:rPr>
              <a:t>Model B</a:t>
            </a:r>
            <a:endParaRPr lang="en-US" sz="3600" b="0" u="none" strike="noStrike">
              <a:solidFill>
                <a:srgbClr val="000000"/>
              </a:solidFill>
              <a:effectLst/>
              <a:uFillTx/>
              <a:latin typeface="Arial"/>
            </a:endParaRPr>
          </a:p>
        </p:txBody>
      </p:sp>
      <p:sp>
        <p:nvSpPr>
          <p:cNvPr id="584" name="PlaceHolder 2"/>
          <p:cNvSpPr>
            <a:spLocks noGrp="1"/>
          </p:cNvSpPr>
          <p:nvPr>
            <p:ph/>
          </p:nvPr>
        </p:nvSpPr>
        <p:spPr>
          <a:xfrm>
            <a:off x="2558880" y="1392840"/>
            <a:ext cx="8913960" cy="4839480"/>
          </a:xfrm>
          <a:prstGeom prst="rect">
            <a:avLst/>
          </a:prstGeom>
          <a:noFill/>
          <a:ln w="0">
            <a:noFill/>
          </a:ln>
        </p:spPr>
        <p:txBody>
          <a:bodyPr lIns="91440" rIns="91440" tIns="45720" bIns="45720" anchor="t">
            <a:normAutofit/>
          </a:bodyPr>
          <a:p>
            <a:pPr marL="343080" indent="-343080" defTabSz="457200">
              <a:lnSpc>
                <a:spcPct val="100000"/>
              </a:lnSpc>
              <a:spcBef>
                <a:spcPts val="1001"/>
              </a:spcBef>
              <a:buClr>
                <a:srgbClr val="a53010"/>
              </a:buClr>
              <a:buFont typeface="Wingdings 3" charset="2"/>
              <a:buChar char=""/>
            </a:pPr>
            <a:r>
              <a:rPr lang="en-US" sz="1800" b="0" u="none" strike="noStrike">
                <a:solidFill>
                  <a:schemeClr val="dk1">
                    <a:lumMod val="75000"/>
                    <a:lumOff val="25000"/>
                  </a:schemeClr>
                </a:solidFill>
                <a:effectLst/>
                <a:uFillTx/>
                <a:latin typeface="Century Gothic"/>
              </a:rPr>
              <a:t>Architecture: </a:t>
            </a:r>
            <a:endParaRPr lang="en-US" sz="1800" b="0" u="none" strike="noStrike">
              <a:solidFill>
                <a:srgbClr val="000000"/>
              </a:solidFill>
              <a:effectLst/>
              <a:uFillTx/>
              <a:latin typeface="Arial"/>
            </a:endParaRPr>
          </a:p>
          <a:p>
            <a:pPr indent="0" defTabSz="457200">
              <a:lnSpc>
                <a:spcPct val="100000"/>
              </a:lnSpc>
              <a:spcBef>
                <a:spcPts val="1001"/>
              </a:spcBef>
              <a:buNone/>
              <a:tabLst>
                <a:tab algn="l" pos="0"/>
              </a:tabLst>
            </a:pPr>
            <a:endParaRPr lang="en-US" sz="1800" b="0" u="none" strike="noStrike">
              <a:solidFill>
                <a:srgbClr val="000000"/>
              </a:solidFill>
              <a:effectLst/>
              <a:uFillTx/>
              <a:latin typeface="Arial"/>
            </a:endParaRPr>
          </a:p>
          <a:p>
            <a:pPr indent="0" defTabSz="457200">
              <a:lnSpc>
                <a:spcPct val="100000"/>
              </a:lnSpc>
              <a:spcBef>
                <a:spcPts val="1001"/>
              </a:spcBef>
              <a:buNone/>
              <a:tabLst>
                <a:tab algn="l" pos="0"/>
              </a:tabLst>
            </a:pPr>
            <a:endParaRPr lang="en-US" sz="1800" b="0" u="none" strike="noStrike">
              <a:solidFill>
                <a:srgbClr val="000000"/>
              </a:solidFill>
              <a:effectLst/>
              <a:uFillTx/>
              <a:latin typeface="Arial"/>
            </a:endParaRPr>
          </a:p>
          <a:p>
            <a:pPr indent="0" defTabSz="457200">
              <a:lnSpc>
                <a:spcPct val="100000"/>
              </a:lnSpc>
              <a:spcBef>
                <a:spcPts val="1001"/>
              </a:spcBef>
              <a:buNone/>
              <a:tabLst>
                <a:tab algn="l" pos="0"/>
              </a:tabLst>
            </a:pPr>
            <a:endParaRPr lang="en-US" sz="1800" b="0" u="none" strike="noStrike">
              <a:solidFill>
                <a:srgbClr val="000000"/>
              </a:solidFill>
              <a:effectLst/>
              <a:uFillTx/>
              <a:latin typeface="Arial"/>
            </a:endParaRPr>
          </a:p>
          <a:p>
            <a:pPr indent="0" defTabSz="457200">
              <a:lnSpc>
                <a:spcPct val="100000"/>
              </a:lnSpc>
              <a:spcBef>
                <a:spcPts val="1001"/>
              </a:spcBef>
              <a:buNone/>
              <a:tabLst>
                <a:tab algn="l" pos="0"/>
              </a:tabLst>
            </a:pPr>
            <a:endParaRPr lang="en-US" sz="1800" b="0" u="none" strike="noStrike">
              <a:solidFill>
                <a:srgbClr val="000000"/>
              </a:solidFill>
              <a:effectLst/>
              <a:uFillTx/>
              <a:latin typeface="Arial"/>
            </a:endParaRPr>
          </a:p>
          <a:p>
            <a:pPr indent="0" defTabSz="457200">
              <a:lnSpc>
                <a:spcPct val="100000"/>
              </a:lnSpc>
              <a:spcBef>
                <a:spcPts val="1001"/>
              </a:spcBef>
              <a:buNone/>
              <a:tabLst>
                <a:tab algn="l" pos="0"/>
              </a:tabLst>
            </a:pPr>
            <a:endParaRPr lang="en-US" sz="1800" b="0" u="none" strike="noStrike">
              <a:solidFill>
                <a:srgbClr val="000000"/>
              </a:solidFill>
              <a:effectLst/>
              <a:uFillTx/>
              <a:latin typeface="Arial"/>
            </a:endParaRPr>
          </a:p>
          <a:p>
            <a:pPr indent="0" defTabSz="457200">
              <a:lnSpc>
                <a:spcPct val="100000"/>
              </a:lnSpc>
              <a:spcBef>
                <a:spcPts val="1001"/>
              </a:spcBef>
              <a:buNone/>
              <a:tabLst>
                <a:tab algn="l" pos="0"/>
              </a:tabLst>
            </a:pPr>
            <a:endParaRPr lang="en-US" sz="1800" b="0" u="none" strike="noStrike">
              <a:solidFill>
                <a:srgbClr val="000000"/>
              </a:solidFill>
              <a:effectLst/>
              <a:uFillTx/>
              <a:latin typeface="Arial"/>
            </a:endParaRPr>
          </a:p>
          <a:p>
            <a:pPr marL="343080" indent="-343080" defTabSz="457200">
              <a:lnSpc>
                <a:spcPct val="100000"/>
              </a:lnSpc>
              <a:spcBef>
                <a:spcPts val="1001"/>
              </a:spcBef>
              <a:buClr>
                <a:srgbClr val="a53010"/>
              </a:buClr>
              <a:buFont typeface="Wingdings 3" charset="2"/>
              <a:buChar char=""/>
              <a:tabLst>
                <a:tab algn="l" pos="0"/>
              </a:tabLst>
            </a:pPr>
            <a:r>
              <a:rPr lang="en-US" sz="1800" b="0" u="none" strike="noStrike">
                <a:solidFill>
                  <a:schemeClr val="dk1">
                    <a:lumMod val="75000"/>
                    <a:lumOff val="25000"/>
                  </a:schemeClr>
                </a:solidFill>
                <a:effectLst/>
                <a:uFillTx/>
                <a:latin typeface="Century Gothic"/>
              </a:rPr>
              <a:t>Batch Size: 16</a:t>
            </a:r>
            <a:endParaRPr lang="en-US" sz="1800" b="0" u="none" strike="noStrike">
              <a:solidFill>
                <a:srgbClr val="000000"/>
              </a:solidFill>
              <a:effectLst/>
              <a:uFillTx/>
              <a:latin typeface="Arial"/>
            </a:endParaRPr>
          </a:p>
          <a:p>
            <a:pPr marL="343080" indent="-343080" defTabSz="457200">
              <a:lnSpc>
                <a:spcPct val="100000"/>
              </a:lnSpc>
              <a:spcBef>
                <a:spcPts val="1001"/>
              </a:spcBef>
              <a:buClr>
                <a:srgbClr val="a53010"/>
              </a:buClr>
              <a:buFont typeface="Wingdings 3" charset="2"/>
              <a:buChar char=""/>
              <a:tabLst>
                <a:tab algn="l" pos="0"/>
              </a:tabLst>
            </a:pPr>
            <a:r>
              <a:rPr lang="en-US" sz="1800" b="0" u="none" strike="noStrike">
                <a:solidFill>
                  <a:schemeClr val="dk1">
                    <a:lumMod val="75000"/>
                    <a:lumOff val="25000"/>
                  </a:schemeClr>
                </a:solidFill>
                <a:effectLst/>
                <a:uFillTx/>
                <a:latin typeface="Century Gothic"/>
              </a:rPr>
              <a:t>Learning Rate: 5e-5</a:t>
            </a:r>
            <a:endParaRPr lang="en-US" sz="1800" b="0" u="none" strike="noStrike">
              <a:solidFill>
                <a:srgbClr val="000000"/>
              </a:solidFill>
              <a:effectLst/>
              <a:uFillTx/>
              <a:latin typeface="Arial"/>
            </a:endParaRPr>
          </a:p>
          <a:p>
            <a:pPr marL="343080" indent="-343080" defTabSz="457200">
              <a:lnSpc>
                <a:spcPct val="100000"/>
              </a:lnSpc>
              <a:spcBef>
                <a:spcPts val="1001"/>
              </a:spcBef>
              <a:buClr>
                <a:srgbClr val="a53010"/>
              </a:buClr>
              <a:buFont typeface="Wingdings 3" charset="2"/>
              <a:buChar char=""/>
              <a:tabLst>
                <a:tab algn="l" pos="0"/>
              </a:tabLst>
            </a:pPr>
            <a:r>
              <a:rPr lang="en-US" sz="1800" b="0" u="none" strike="noStrike">
                <a:solidFill>
                  <a:schemeClr val="dk1">
                    <a:lumMod val="75000"/>
                    <a:lumOff val="25000"/>
                  </a:schemeClr>
                </a:solidFill>
                <a:effectLst/>
                <a:uFillTx/>
                <a:latin typeface="Century Gothic"/>
              </a:rPr>
              <a:t>Loss Function: </a:t>
            </a:r>
            <a:r>
              <a:rPr lang="de-DE" sz="1800" b="0" u="none" strike="noStrike">
                <a:solidFill>
                  <a:schemeClr val="dk1">
                    <a:lumMod val="75000"/>
                    <a:lumOff val="25000"/>
                  </a:schemeClr>
                </a:solidFill>
                <a:effectLst/>
                <a:uFillTx/>
                <a:latin typeface="Century Gothic"/>
              </a:rPr>
              <a:t>categorical_crossentropy</a:t>
            </a:r>
            <a:r>
              <a:rPr lang="de-DE" sz="1800" b="0" u="none" strike="noStrike">
                <a:solidFill>
                  <a:schemeClr val="dk1">
                    <a:lumMod val="75000"/>
                    <a:lumOff val="25000"/>
                  </a:schemeClr>
                </a:solidFill>
                <a:effectLst/>
                <a:uFillTx/>
                <a:latin typeface="Century Gothic"/>
              </a:rPr>
              <a:t>	</a:t>
            </a:r>
            <a:endParaRPr lang="en-US" sz="1800" b="0" u="none" strike="noStrike">
              <a:solidFill>
                <a:srgbClr val="000000"/>
              </a:solidFill>
              <a:effectLst/>
              <a:uFillTx/>
              <a:latin typeface="Arial"/>
            </a:endParaRPr>
          </a:p>
          <a:p>
            <a:pPr indent="0" defTabSz="457200">
              <a:lnSpc>
                <a:spcPct val="100000"/>
              </a:lnSpc>
              <a:spcBef>
                <a:spcPts val="1001"/>
              </a:spcBef>
              <a:buNone/>
              <a:tabLst>
                <a:tab algn="l" pos="0"/>
              </a:tabLst>
            </a:pPr>
            <a:endParaRPr lang="en-US" sz="1800" b="0" u="none" strike="noStrike">
              <a:solidFill>
                <a:srgbClr val="000000"/>
              </a:solidFill>
              <a:effectLst/>
              <a:uFillTx/>
              <a:latin typeface="Arial"/>
            </a:endParaRPr>
          </a:p>
        </p:txBody>
      </p:sp>
      <p:pic>
        <p:nvPicPr>
          <p:cNvPr id="585" name="Picture 4"/>
          <p:cNvPicPr/>
          <p:nvPr/>
        </p:nvPicPr>
        <p:blipFill>
          <a:blip r:embed="rId1"/>
          <a:stretch/>
        </p:blipFill>
        <p:spPr>
          <a:xfrm>
            <a:off x="2776680" y="1841040"/>
            <a:ext cx="7036200" cy="2199240"/>
          </a:xfrm>
          <a:prstGeom prst="rect">
            <a:avLst/>
          </a:prstGeom>
          <a:noFill/>
          <a:ln w="0">
            <a:noFill/>
          </a:ln>
        </p:spPr>
      </p:pic>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6" name="PlaceHolder 1"/>
          <p:cNvSpPr>
            <a:spLocks noGrp="1"/>
          </p:cNvSpPr>
          <p:nvPr>
            <p:ph type="title"/>
          </p:nvPr>
        </p:nvSpPr>
        <p:spPr>
          <a:xfrm>
            <a:off x="2593080" y="624240"/>
            <a:ext cx="8910360" cy="1279440"/>
          </a:xfrm>
          <a:prstGeom prst="rect">
            <a:avLst/>
          </a:prstGeom>
          <a:noFill/>
          <a:ln w="0">
            <a:noFill/>
          </a:ln>
        </p:spPr>
        <p:txBody>
          <a:bodyPr lIns="91440" rIns="91440" tIns="45720" bIns="45720" anchor="t">
            <a:noAutofit/>
          </a:bodyPr>
          <a:p>
            <a:pPr indent="0" algn="ctr" defTabSz="457200">
              <a:lnSpc>
                <a:spcPct val="100000"/>
              </a:lnSpc>
              <a:buNone/>
              <a:tabLst>
                <a:tab algn="l" pos="0"/>
              </a:tabLst>
            </a:pPr>
            <a:r>
              <a:rPr lang="en-US" sz="3600" b="0" u="none" strike="noStrike">
                <a:solidFill>
                  <a:schemeClr val="dk1">
                    <a:lumMod val="85000"/>
                    <a:lumOff val="15000"/>
                  </a:schemeClr>
                </a:solidFill>
                <a:effectLst/>
                <a:uFillTx/>
                <a:latin typeface="Century Gothic"/>
              </a:rPr>
              <a:t>Model B: Results</a:t>
            </a:r>
            <a:endParaRPr lang="en-US" sz="3600" b="0" u="none" strike="noStrike">
              <a:solidFill>
                <a:srgbClr val="000000"/>
              </a:solidFill>
              <a:effectLst/>
              <a:uFillTx/>
              <a:latin typeface="Arial"/>
            </a:endParaRPr>
          </a:p>
        </p:txBody>
      </p:sp>
      <p:sp>
        <p:nvSpPr>
          <p:cNvPr id="587" name="PlaceHolder 2"/>
          <p:cNvSpPr>
            <a:spLocks noGrp="1"/>
          </p:cNvSpPr>
          <p:nvPr>
            <p:ph/>
          </p:nvPr>
        </p:nvSpPr>
        <p:spPr>
          <a:xfrm>
            <a:off x="2589120" y="2133720"/>
            <a:ext cx="8913960" cy="3884760"/>
          </a:xfrm>
          <a:prstGeom prst="rect">
            <a:avLst/>
          </a:prstGeom>
          <a:noFill/>
          <a:ln w="0">
            <a:noFill/>
          </a:ln>
        </p:spPr>
        <p:txBody>
          <a:bodyPr lIns="91440" rIns="91440" tIns="45720" bIns="45720" anchor="t">
            <a:noAutofit/>
          </a:bodyPr>
          <a:p>
            <a:pPr marL="343080" indent="-343080" defTabSz="457200">
              <a:lnSpc>
                <a:spcPct val="100000"/>
              </a:lnSpc>
              <a:spcBef>
                <a:spcPts val="1001"/>
              </a:spcBef>
              <a:buClr>
                <a:srgbClr val="a53010"/>
              </a:buClr>
              <a:buFont typeface="Wingdings 3" charset="2"/>
              <a:buChar char=""/>
            </a:pPr>
            <a:r>
              <a:rPr lang="en-US" sz="1800" b="0" u="none" strike="noStrike">
                <a:solidFill>
                  <a:schemeClr val="dk1">
                    <a:lumMod val="75000"/>
                    <a:lumOff val="25000"/>
                  </a:schemeClr>
                </a:solidFill>
                <a:effectLst/>
                <a:uFillTx/>
                <a:latin typeface="Century Gothic"/>
              </a:rPr>
              <a:t>Validation Metrics Achieved:</a:t>
            </a:r>
            <a:endParaRPr lang="en-US" sz="1800" b="0" u="none" strike="noStrike">
              <a:solidFill>
                <a:srgbClr val="000000"/>
              </a:solidFill>
              <a:effectLst/>
              <a:uFillTx/>
              <a:latin typeface="Arial"/>
            </a:endParaRPr>
          </a:p>
          <a:p>
            <a:pPr marL="343080" indent="-343080" defTabSz="457200">
              <a:lnSpc>
                <a:spcPct val="100000"/>
              </a:lnSpc>
              <a:spcBef>
                <a:spcPts val="1001"/>
              </a:spcBef>
              <a:buClr>
                <a:srgbClr val="a53010"/>
              </a:buClr>
              <a:buFont typeface="Wingdings 3" charset="2"/>
              <a:buChar char=""/>
            </a:pPr>
            <a:r>
              <a:rPr lang="en-US" sz="1800" b="0" u="none" strike="noStrike">
                <a:solidFill>
                  <a:schemeClr val="dk1">
                    <a:lumMod val="75000"/>
                    <a:lumOff val="25000"/>
                  </a:schemeClr>
                </a:solidFill>
                <a:effectLst/>
                <a:uFillTx/>
                <a:latin typeface="Century Gothic"/>
              </a:rPr>
              <a:t>Mean Accuracy: 47.78%</a:t>
            </a:r>
            <a:endParaRPr lang="en-US" sz="1800" b="0" u="none" strike="noStrike">
              <a:solidFill>
                <a:srgbClr val="000000"/>
              </a:solidFill>
              <a:effectLst/>
              <a:uFillTx/>
              <a:latin typeface="Arial"/>
            </a:endParaRPr>
          </a:p>
          <a:p>
            <a:pPr marL="343080" indent="-343080" defTabSz="457200">
              <a:lnSpc>
                <a:spcPct val="100000"/>
              </a:lnSpc>
              <a:spcBef>
                <a:spcPts val="1001"/>
              </a:spcBef>
              <a:buClr>
                <a:srgbClr val="a53010"/>
              </a:buClr>
              <a:buFont typeface="Wingdings 3" charset="2"/>
              <a:buChar char=""/>
            </a:pPr>
            <a:r>
              <a:rPr lang="en-US" sz="1800" b="0" u="none" strike="noStrike">
                <a:solidFill>
                  <a:schemeClr val="dk1">
                    <a:lumMod val="75000"/>
                    <a:lumOff val="25000"/>
                  </a:schemeClr>
                </a:solidFill>
                <a:effectLst/>
                <a:uFillTx/>
                <a:latin typeface="Century Gothic"/>
              </a:rPr>
              <a:t>Mean Recall: 43.86%</a:t>
            </a:r>
            <a:endParaRPr lang="en-US" sz="1800" b="0" u="none" strike="noStrike">
              <a:solidFill>
                <a:srgbClr val="000000"/>
              </a:solidFill>
              <a:effectLst/>
              <a:uFillTx/>
              <a:latin typeface="Arial"/>
            </a:endParaRPr>
          </a:p>
          <a:p>
            <a:pPr marL="343080" indent="-343080" defTabSz="457200">
              <a:lnSpc>
                <a:spcPct val="100000"/>
              </a:lnSpc>
              <a:spcBef>
                <a:spcPts val="1001"/>
              </a:spcBef>
              <a:buClr>
                <a:srgbClr val="a53010"/>
              </a:buClr>
              <a:buFont typeface="Wingdings 3" charset="2"/>
              <a:buChar char=""/>
            </a:pPr>
            <a:r>
              <a:rPr lang="en-US" sz="1800" b="0" u="none" strike="noStrike">
                <a:solidFill>
                  <a:schemeClr val="dk1">
                    <a:lumMod val="75000"/>
                    <a:lumOff val="25000"/>
                  </a:schemeClr>
                </a:solidFill>
                <a:effectLst/>
                <a:uFillTx/>
                <a:latin typeface="Century Gothic"/>
              </a:rPr>
              <a:t>Mean Precision: 45.05%</a:t>
            </a: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8" name="PlaceHolder 1"/>
          <p:cNvSpPr>
            <a:spLocks noGrp="1"/>
          </p:cNvSpPr>
          <p:nvPr>
            <p:ph type="title"/>
          </p:nvPr>
        </p:nvSpPr>
        <p:spPr>
          <a:xfrm>
            <a:off x="2593080" y="624240"/>
            <a:ext cx="8910360" cy="1279440"/>
          </a:xfrm>
          <a:prstGeom prst="rect">
            <a:avLst/>
          </a:prstGeom>
          <a:noFill/>
          <a:ln w="0">
            <a:noFill/>
          </a:ln>
        </p:spPr>
        <p:txBody>
          <a:bodyPr lIns="91440" rIns="91440" tIns="45720" bIns="45720" anchor="t">
            <a:noAutofit/>
          </a:bodyPr>
          <a:p>
            <a:pPr indent="0" algn="ctr" defTabSz="457200">
              <a:lnSpc>
                <a:spcPct val="100000"/>
              </a:lnSpc>
              <a:buNone/>
              <a:tabLst>
                <a:tab algn="l" pos="0"/>
              </a:tabLst>
            </a:pPr>
            <a:r>
              <a:rPr lang="en-US" sz="3600" b="0" u="none" strike="noStrike">
                <a:solidFill>
                  <a:schemeClr val="dk1">
                    <a:lumMod val="85000"/>
                    <a:lumOff val="15000"/>
                  </a:schemeClr>
                </a:solidFill>
                <a:effectLst/>
                <a:uFillTx/>
                <a:latin typeface="Century Gothic"/>
              </a:rPr>
              <a:t>Model Β: Architecture</a:t>
            </a:r>
            <a:endParaRPr lang="en-US" sz="3600" b="0" u="none" strike="noStrike">
              <a:solidFill>
                <a:srgbClr val="000000"/>
              </a:solidFill>
              <a:effectLst/>
              <a:uFillTx/>
              <a:latin typeface="Arial"/>
            </a:endParaRPr>
          </a:p>
        </p:txBody>
      </p:sp>
      <p:sp>
        <p:nvSpPr>
          <p:cNvPr id="589" name="PlaceHolder 2"/>
          <p:cNvSpPr>
            <a:spLocks noGrp="1"/>
          </p:cNvSpPr>
          <p:nvPr>
            <p:ph/>
          </p:nvPr>
        </p:nvSpPr>
        <p:spPr>
          <a:xfrm>
            <a:off x="2589120" y="2097720"/>
            <a:ext cx="8913960" cy="3884760"/>
          </a:xfrm>
          <a:prstGeom prst="rect">
            <a:avLst/>
          </a:prstGeom>
          <a:noFill/>
          <a:ln w="0">
            <a:noFill/>
          </a:ln>
        </p:spPr>
        <p:txBody>
          <a:bodyPr lIns="91440" rIns="91440" tIns="45720" bIns="45720" anchor="t">
            <a:noAutofit/>
          </a:bodyPr>
          <a:p>
            <a:pPr marL="343080" indent="0" defTabSz="457200">
              <a:lnSpc>
                <a:spcPct val="100000"/>
              </a:lnSpc>
              <a:spcBef>
                <a:spcPts val="1191"/>
              </a:spcBef>
              <a:spcAft>
                <a:spcPts val="992"/>
              </a:spcAft>
              <a:buNone/>
              <a:tabLst>
                <a:tab algn="l" pos="0"/>
              </a:tabLst>
            </a:pPr>
            <a:r>
              <a:rPr lang="en-US" sz="1400" b="0" u="none" strike="noStrike">
                <a:solidFill>
                  <a:schemeClr val="dk1">
                    <a:lumMod val="75000"/>
                    <a:lumOff val="25000"/>
                  </a:schemeClr>
                </a:solidFill>
                <a:effectLst/>
                <a:uFillTx/>
                <a:latin typeface="Century Gothic"/>
              </a:rPr>
              <a:t>The network has two hidden layers (2048 → 512), gradually reducing the number of neurons. Leaky ReLU was used in the hidden layers to allow small gradients for negative inputs. The final layer has 13 neurons with Softmax for multi-class classification. The model was trained with the Adam optimizer using a learning rate of 5e-5 and categorical cross-entropy loss. A batch size of 16 was chosen to provide more stable updates during training and better convergence, even though it increases the time per epoch.</a:t>
            </a:r>
            <a:endParaRPr lang="en-US" sz="1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0" name="PlaceHolder 1"/>
          <p:cNvSpPr>
            <a:spLocks noGrp="1"/>
          </p:cNvSpPr>
          <p:nvPr>
            <p:ph type="title"/>
          </p:nvPr>
        </p:nvSpPr>
        <p:spPr>
          <a:xfrm>
            <a:off x="2593080" y="624240"/>
            <a:ext cx="8910360" cy="1279440"/>
          </a:xfrm>
          <a:prstGeom prst="rect">
            <a:avLst/>
          </a:prstGeom>
          <a:noFill/>
          <a:ln w="0">
            <a:noFill/>
          </a:ln>
        </p:spPr>
        <p:txBody>
          <a:bodyPr lIns="91440" rIns="91440" tIns="45720" bIns="45720" anchor="t" anchorCtr="1">
            <a:noAutofit/>
          </a:bodyPr>
          <a:p>
            <a:pPr indent="0" algn="ctr" defTabSz="457200">
              <a:lnSpc>
                <a:spcPct val="100000"/>
              </a:lnSpc>
              <a:buNone/>
              <a:tabLst>
                <a:tab algn="l" pos="0"/>
              </a:tabLst>
            </a:pPr>
            <a:r>
              <a:rPr lang="en-US" sz="3600" b="0" u="none" strike="noStrike">
                <a:solidFill>
                  <a:schemeClr val="dk1">
                    <a:lumMod val="85000"/>
                    <a:lumOff val="15000"/>
                  </a:schemeClr>
                </a:solidFill>
                <a:effectLst/>
                <a:uFillTx/>
                <a:latin typeface="Century Gothic"/>
              </a:rPr>
              <a:t>Model C:</a:t>
            </a:r>
            <a:endParaRPr lang="en-US" sz="3600" b="0" u="none" strike="noStrike">
              <a:solidFill>
                <a:srgbClr val="000000"/>
              </a:solidFill>
              <a:effectLst/>
              <a:uFillTx/>
              <a:latin typeface="Arial"/>
            </a:endParaRPr>
          </a:p>
        </p:txBody>
      </p:sp>
      <p:sp>
        <p:nvSpPr>
          <p:cNvPr id="591" name="PlaceHolder 2"/>
          <p:cNvSpPr>
            <a:spLocks noGrp="1"/>
          </p:cNvSpPr>
          <p:nvPr>
            <p:ph/>
          </p:nvPr>
        </p:nvSpPr>
        <p:spPr>
          <a:xfrm>
            <a:off x="2057400" y="1407600"/>
            <a:ext cx="9445680" cy="4646880"/>
          </a:xfrm>
          <a:prstGeom prst="rect">
            <a:avLst/>
          </a:prstGeom>
          <a:noFill/>
          <a:ln w="0">
            <a:noFill/>
          </a:ln>
        </p:spPr>
        <p:txBody>
          <a:bodyPr lIns="91440" rIns="91440" tIns="45720" bIns="45720" anchor="t">
            <a:noAutofit/>
          </a:bodyPr>
          <a:p>
            <a:pPr marL="343080" indent="-343080" defTabSz="457200">
              <a:lnSpc>
                <a:spcPct val="100000"/>
              </a:lnSpc>
              <a:spcBef>
                <a:spcPts val="1001"/>
              </a:spcBef>
              <a:buClr>
                <a:srgbClr val="a53010"/>
              </a:buClr>
              <a:buFont typeface="Wingdings 3" charset="2"/>
              <a:buChar char=""/>
            </a:pPr>
            <a:r>
              <a:rPr lang="en-US" sz="1800" b="0" u="none" strike="noStrike">
                <a:solidFill>
                  <a:schemeClr val="dk1">
                    <a:lumMod val="75000"/>
                    <a:lumOff val="25000"/>
                  </a:schemeClr>
                </a:solidFill>
                <a:effectLst/>
                <a:uFillTx/>
                <a:latin typeface="Century Gothic"/>
              </a:rPr>
              <a:t>Architecture:</a:t>
            </a:r>
            <a:endParaRPr lang="en-US" sz="1800" b="0" u="none" strike="noStrike">
              <a:solidFill>
                <a:srgbClr val="000000"/>
              </a:solidFill>
              <a:effectLst/>
              <a:uFillTx/>
              <a:latin typeface="Arial"/>
            </a:endParaRPr>
          </a:p>
          <a:p>
            <a:pPr indent="0" defTabSz="457200">
              <a:lnSpc>
                <a:spcPct val="100000"/>
              </a:lnSpc>
              <a:spcBef>
                <a:spcPts val="1001"/>
              </a:spcBef>
              <a:buNone/>
              <a:tabLst>
                <a:tab algn="l" pos="0"/>
              </a:tabLst>
            </a:pPr>
            <a:endParaRPr lang="en-US" sz="1800" b="0" u="none" strike="noStrike">
              <a:solidFill>
                <a:srgbClr val="000000"/>
              </a:solidFill>
              <a:effectLst/>
              <a:uFillTx/>
              <a:latin typeface="Arial"/>
            </a:endParaRPr>
          </a:p>
          <a:p>
            <a:pPr indent="0" defTabSz="457200">
              <a:lnSpc>
                <a:spcPct val="100000"/>
              </a:lnSpc>
              <a:spcBef>
                <a:spcPts val="1001"/>
              </a:spcBef>
              <a:buNone/>
              <a:tabLst>
                <a:tab algn="l" pos="0"/>
              </a:tabLst>
            </a:pPr>
            <a:endParaRPr lang="en-US" sz="1800" b="0" u="none" strike="noStrike">
              <a:solidFill>
                <a:srgbClr val="000000"/>
              </a:solidFill>
              <a:effectLst/>
              <a:uFillTx/>
              <a:latin typeface="Arial"/>
            </a:endParaRPr>
          </a:p>
          <a:p>
            <a:pPr indent="0" defTabSz="457200">
              <a:lnSpc>
                <a:spcPct val="100000"/>
              </a:lnSpc>
              <a:spcBef>
                <a:spcPts val="1001"/>
              </a:spcBef>
              <a:buNone/>
              <a:tabLst>
                <a:tab algn="l" pos="0"/>
              </a:tabLst>
            </a:pPr>
            <a:endParaRPr lang="en-US" sz="1800" b="0" u="none" strike="noStrike">
              <a:solidFill>
                <a:srgbClr val="000000"/>
              </a:solidFill>
              <a:effectLst/>
              <a:uFillTx/>
              <a:latin typeface="Arial"/>
            </a:endParaRPr>
          </a:p>
          <a:p>
            <a:pPr indent="0" defTabSz="457200">
              <a:lnSpc>
                <a:spcPct val="100000"/>
              </a:lnSpc>
              <a:spcBef>
                <a:spcPts val="1001"/>
              </a:spcBef>
              <a:buNone/>
              <a:tabLst>
                <a:tab algn="l" pos="0"/>
              </a:tabLst>
            </a:pPr>
            <a:endParaRPr lang="en-US" sz="1800" b="0" u="none" strike="noStrike">
              <a:solidFill>
                <a:srgbClr val="000000"/>
              </a:solidFill>
              <a:effectLst/>
              <a:uFillTx/>
              <a:latin typeface="Arial"/>
            </a:endParaRPr>
          </a:p>
          <a:p>
            <a:pPr indent="0" defTabSz="457200">
              <a:lnSpc>
                <a:spcPct val="100000"/>
              </a:lnSpc>
              <a:spcBef>
                <a:spcPts val="1001"/>
              </a:spcBef>
              <a:buNone/>
              <a:tabLst>
                <a:tab algn="l" pos="0"/>
              </a:tabLst>
            </a:pPr>
            <a:endParaRPr lang="en-US" sz="1800" b="0" u="none" strike="noStrike">
              <a:solidFill>
                <a:srgbClr val="000000"/>
              </a:solidFill>
              <a:effectLst/>
              <a:uFillTx/>
              <a:latin typeface="Arial"/>
            </a:endParaRPr>
          </a:p>
          <a:p>
            <a:pPr indent="0" defTabSz="457200">
              <a:lnSpc>
                <a:spcPct val="100000"/>
              </a:lnSpc>
              <a:spcBef>
                <a:spcPts val="1001"/>
              </a:spcBef>
              <a:buNone/>
              <a:tabLst>
                <a:tab algn="l" pos="0"/>
              </a:tabLst>
            </a:pPr>
            <a:endParaRPr lang="en-US" sz="1800" b="0" u="none" strike="noStrike">
              <a:solidFill>
                <a:srgbClr val="000000"/>
              </a:solidFill>
              <a:effectLst/>
              <a:uFillTx/>
              <a:latin typeface="Arial"/>
            </a:endParaRPr>
          </a:p>
          <a:p>
            <a:pPr indent="0" defTabSz="457200">
              <a:lnSpc>
                <a:spcPct val="100000"/>
              </a:lnSpc>
              <a:spcBef>
                <a:spcPts val="1001"/>
              </a:spcBef>
              <a:buNone/>
              <a:tabLst>
                <a:tab algn="l" pos="0"/>
              </a:tabLst>
            </a:pPr>
            <a:endParaRPr lang="en-US" sz="1800" b="0" u="none" strike="noStrike">
              <a:solidFill>
                <a:srgbClr val="000000"/>
              </a:solidFill>
              <a:effectLst/>
              <a:uFillTx/>
              <a:latin typeface="Arial"/>
            </a:endParaRPr>
          </a:p>
          <a:p>
            <a:pPr indent="0" defTabSz="457200">
              <a:lnSpc>
                <a:spcPct val="100000"/>
              </a:lnSpc>
              <a:spcBef>
                <a:spcPts val="1001"/>
              </a:spcBef>
              <a:buNone/>
              <a:tabLst>
                <a:tab algn="l" pos="0"/>
              </a:tabLst>
            </a:pPr>
            <a:endParaRPr lang="en-US" sz="1800" b="0" u="none" strike="noStrike">
              <a:solidFill>
                <a:srgbClr val="000000"/>
              </a:solidFill>
              <a:effectLst/>
              <a:uFillTx/>
              <a:latin typeface="Arial"/>
            </a:endParaRPr>
          </a:p>
          <a:p>
            <a:pPr marL="343080" indent="-343080" defTabSz="457200">
              <a:lnSpc>
                <a:spcPct val="100000"/>
              </a:lnSpc>
              <a:spcBef>
                <a:spcPts val="1001"/>
              </a:spcBef>
              <a:buClr>
                <a:srgbClr val="a53010"/>
              </a:buClr>
              <a:buFont typeface="Wingdings 3" charset="2"/>
              <a:buChar char=""/>
              <a:tabLst>
                <a:tab algn="l" pos="0"/>
              </a:tabLst>
            </a:pPr>
            <a:r>
              <a:rPr lang="en-US" sz="1800" b="0" u="none" strike="noStrike">
                <a:solidFill>
                  <a:schemeClr val="dk1">
                    <a:lumMod val="75000"/>
                    <a:lumOff val="25000"/>
                  </a:schemeClr>
                </a:solidFill>
                <a:effectLst/>
                <a:uFillTx/>
                <a:latin typeface="Century Gothic"/>
              </a:rPr>
              <a:t>Batch Size = 64</a:t>
            </a:r>
            <a:endParaRPr lang="en-US" sz="1800" b="0" u="none" strike="noStrike">
              <a:solidFill>
                <a:srgbClr val="000000"/>
              </a:solidFill>
              <a:effectLst/>
              <a:uFillTx/>
              <a:latin typeface="Arial"/>
            </a:endParaRPr>
          </a:p>
          <a:p>
            <a:pPr marL="343080" indent="-343080" defTabSz="457200">
              <a:lnSpc>
                <a:spcPct val="100000"/>
              </a:lnSpc>
              <a:spcBef>
                <a:spcPts val="1001"/>
              </a:spcBef>
              <a:buClr>
                <a:srgbClr val="a53010"/>
              </a:buClr>
              <a:buFont typeface="Wingdings 3" charset="2"/>
              <a:buChar char=""/>
              <a:tabLst>
                <a:tab algn="l" pos="0"/>
              </a:tabLst>
            </a:pPr>
            <a:r>
              <a:rPr lang="en-US" sz="1800" b="0" u="none" strike="noStrike">
                <a:solidFill>
                  <a:schemeClr val="dk1">
                    <a:lumMod val="75000"/>
                    <a:lumOff val="25000"/>
                  </a:schemeClr>
                </a:solidFill>
                <a:effectLst/>
                <a:uFillTx/>
                <a:latin typeface="Century Gothic"/>
              </a:rPr>
              <a:t>Learning rate = 1e-4</a:t>
            </a:r>
            <a:endParaRPr lang="en-US" sz="1800" b="0" u="none" strike="noStrike">
              <a:solidFill>
                <a:srgbClr val="000000"/>
              </a:solidFill>
              <a:effectLst/>
              <a:uFillTx/>
              <a:latin typeface="Arial"/>
            </a:endParaRPr>
          </a:p>
          <a:p>
            <a:pPr marL="343080" indent="-343080" defTabSz="457200">
              <a:lnSpc>
                <a:spcPct val="100000"/>
              </a:lnSpc>
              <a:spcBef>
                <a:spcPts val="1001"/>
              </a:spcBef>
              <a:buClr>
                <a:srgbClr val="a53010"/>
              </a:buClr>
              <a:buFont typeface="Wingdings 3" charset="2"/>
              <a:buChar char=""/>
              <a:tabLst>
                <a:tab algn="l" pos="0"/>
              </a:tabLst>
            </a:pPr>
            <a:r>
              <a:rPr lang="en-US" sz="1800" b="0" u="none" strike="noStrike">
                <a:solidFill>
                  <a:schemeClr val="dk1">
                    <a:lumMod val="75000"/>
                    <a:lumOff val="25000"/>
                  </a:schemeClr>
                </a:solidFill>
                <a:effectLst/>
                <a:uFillTx/>
                <a:latin typeface="Century Gothic"/>
              </a:rPr>
              <a:t>Loss function = categorical_crossentropy</a:t>
            </a:r>
            <a:endParaRPr lang="en-US" sz="1800" b="0" u="none" strike="noStrike">
              <a:solidFill>
                <a:srgbClr val="000000"/>
              </a:solidFill>
              <a:effectLst/>
              <a:uFillTx/>
              <a:latin typeface="Arial"/>
            </a:endParaRPr>
          </a:p>
          <a:p>
            <a:pPr indent="0" defTabSz="457200">
              <a:lnSpc>
                <a:spcPct val="100000"/>
              </a:lnSpc>
              <a:spcBef>
                <a:spcPts val="1001"/>
              </a:spcBef>
              <a:buNone/>
              <a:tabLst>
                <a:tab algn="l" pos="0"/>
              </a:tabLst>
            </a:pPr>
            <a:endParaRPr lang="en-US" sz="1800" b="0" u="none" strike="noStrike">
              <a:solidFill>
                <a:srgbClr val="000000"/>
              </a:solidFill>
              <a:effectLst/>
              <a:uFillTx/>
              <a:latin typeface="Arial"/>
            </a:endParaRPr>
          </a:p>
          <a:p>
            <a:pPr indent="0" defTabSz="457200">
              <a:lnSpc>
                <a:spcPct val="100000"/>
              </a:lnSpc>
              <a:spcBef>
                <a:spcPts val="1001"/>
              </a:spcBef>
              <a:buNone/>
              <a:tabLst>
                <a:tab algn="l" pos="0"/>
              </a:tabLst>
            </a:pPr>
            <a:endParaRPr lang="en-US" sz="1800" b="0" u="none" strike="noStrike">
              <a:solidFill>
                <a:srgbClr val="000000"/>
              </a:solidFill>
              <a:effectLst/>
              <a:uFillTx/>
              <a:latin typeface="Arial"/>
            </a:endParaRPr>
          </a:p>
        </p:txBody>
      </p:sp>
      <p:pic>
        <p:nvPicPr>
          <p:cNvPr id="592" name=""/>
          <p:cNvPicPr/>
          <p:nvPr/>
        </p:nvPicPr>
        <p:blipFill>
          <a:blip r:embed="rId1"/>
          <a:stretch/>
        </p:blipFill>
        <p:spPr>
          <a:xfrm>
            <a:off x="2514600" y="1926000"/>
            <a:ext cx="6856920" cy="2790360"/>
          </a:xfrm>
          <a:prstGeom prst="rect">
            <a:avLst/>
          </a:prstGeom>
          <a:noFill/>
          <a:ln w="0">
            <a:noFill/>
          </a:ln>
        </p:spPr>
      </p:pic>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3" name="PlaceHolder 1"/>
          <p:cNvSpPr>
            <a:spLocks noGrp="1"/>
          </p:cNvSpPr>
          <p:nvPr>
            <p:ph type="title"/>
          </p:nvPr>
        </p:nvSpPr>
        <p:spPr>
          <a:xfrm>
            <a:off x="2593080" y="624240"/>
            <a:ext cx="8910360" cy="1279440"/>
          </a:xfrm>
          <a:prstGeom prst="rect">
            <a:avLst/>
          </a:prstGeom>
          <a:noFill/>
          <a:ln w="0">
            <a:noFill/>
          </a:ln>
        </p:spPr>
        <p:txBody>
          <a:bodyPr lIns="91440" rIns="91440" tIns="45720" bIns="45720" anchor="t">
            <a:noAutofit/>
          </a:bodyPr>
          <a:p>
            <a:pPr indent="0" algn="ctr" defTabSz="457200">
              <a:lnSpc>
                <a:spcPct val="100000"/>
              </a:lnSpc>
              <a:buNone/>
              <a:tabLst>
                <a:tab algn="l" pos="0"/>
              </a:tabLst>
            </a:pPr>
            <a:r>
              <a:rPr lang="en-US" sz="3600" b="0" u="none" strike="noStrike">
                <a:solidFill>
                  <a:schemeClr val="dk1">
                    <a:lumMod val="85000"/>
                    <a:lumOff val="15000"/>
                  </a:schemeClr>
                </a:solidFill>
                <a:effectLst/>
                <a:uFillTx/>
                <a:latin typeface="Century Gothic"/>
              </a:rPr>
              <a:t>Model C: Results</a:t>
            </a:r>
            <a:endParaRPr lang="en-US" sz="3600" b="0" u="none" strike="noStrike">
              <a:solidFill>
                <a:srgbClr val="000000"/>
              </a:solidFill>
              <a:effectLst/>
              <a:uFillTx/>
              <a:latin typeface="Arial"/>
            </a:endParaRPr>
          </a:p>
        </p:txBody>
      </p:sp>
      <p:sp>
        <p:nvSpPr>
          <p:cNvPr id="594" name="PlaceHolder 2"/>
          <p:cNvSpPr>
            <a:spLocks noGrp="1"/>
          </p:cNvSpPr>
          <p:nvPr>
            <p:ph/>
          </p:nvPr>
        </p:nvSpPr>
        <p:spPr>
          <a:xfrm>
            <a:off x="2589120" y="2133720"/>
            <a:ext cx="8913960" cy="3884760"/>
          </a:xfrm>
          <a:prstGeom prst="rect">
            <a:avLst/>
          </a:prstGeom>
          <a:noFill/>
          <a:ln w="0">
            <a:noFill/>
          </a:ln>
        </p:spPr>
        <p:txBody>
          <a:bodyPr lIns="91440" rIns="91440" tIns="45720" bIns="45720" anchor="t">
            <a:noAutofit/>
          </a:bodyPr>
          <a:p>
            <a:pPr marL="343080" indent="-343080" defTabSz="457200">
              <a:lnSpc>
                <a:spcPct val="100000"/>
              </a:lnSpc>
              <a:spcBef>
                <a:spcPts val="1001"/>
              </a:spcBef>
              <a:buClr>
                <a:srgbClr val="a53010"/>
              </a:buClr>
              <a:buFont typeface="Wingdings 3" charset="2"/>
              <a:buChar char=""/>
            </a:pPr>
            <a:r>
              <a:rPr lang="en-US" sz="1800" b="0" u="none" strike="noStrike">
                <a:solidFill>
                  <a:schemeClr val="dk1">
                    <a:lumMod val="75000"/>
                    <a:lumOff val="25000"/>
                  </a:schemeClr>
                </a:solidFill>
                <a:effectLst/>
                <a:uFillTx/>
                <a:latin typeface="Century Gothic"/>
              </a:rPr>
              <a:t>Validation Metrics Achieved: </a:t>
            </a:r>
            <a:endParaRPr lang="en-US" sz="1800" b="0" u="none" strike="noStrike">
              <a:solidFill>
                <a:srgbClr val="000000"/>
              </a:solidFill>
              <a:effectLst/>
              <a:uFillTx/>
              <a:latin typeface="Arial"/>
            </a:endParaRPr>
          </a:p>
          <a:p>
            <a:pPr marL="343080" indent="-343080" defTabSz="457200">
              <a:lnSpc>
                <a:spcPct val="100000"/>
              </a:lnSpc>
              <a:spcBef>
                <a:spcPts val="1001"/>
              </a:spcBef>
              <a:buClr>
                <a:srgbClr val="a53010"/>
              </a:buClr>
              <a:buFont typeface="Wingdings 3" charset="2"/>
              <a:buChar char=""/>
            </a:pPr>
            <a:r>
              <a:rPr lang="en-US" sz="1800" b="0" u="none" strike="noStrike">
                <a:solidFill>
                  <a:schemeClr val="dk1">
                    <a:lumMod val="75000"/>
                    <a:lumOff val="25000"/>
                  </a:schemeClr>
                </a:solidFill>
                <a:effectLst/>
                <a:uFillTx/>
                <a:latin typeface="Century Gothic"/>
              </a:rPr>
              <a:t>Mean Accuracy: 43.62%</a:t>
            </a:r>
            <a:endParaRPr lang="en-US" sz="1800" b="0" u="none" strike="noStrike">
              <a:solidFill>
                <a:srgbClr val="000000"/>
              </a:solidFill>
              <a:effectLst/>
              <a:uFillTx/>
              <a:latin typeface="Arial"/>
            </a:endParaRPr>
          </a:p>
          <a:p>
            <a:pPr marL="343080" indent="-343080" defTabSz="457200">
              <a:lnSpc>
                <a:spcPct val="100000"/>
              </a:lnSpc>
              <a:spcBef>
                <a:spcPts val="1001"/>
              </a:spcBef>
              <a:buClr>
                <a:srgbClr val="a53010"/>
              </a:buClr>
              <a:buFont typeface="Wingdings 3" charset="2"/>
              <a:buChar char=""/>
            </a:pPr>
            <a:r>
              <a:rPr lang="en-US" sz="1800" b="0" u="none" strike="noStrike">
                <a:solidFill>
                  <a:schemeClr val="dk1">
                    <a:lumMod val="75000"/>
                    <a:lumOff val="25000"/>
                  </a:schemeClr>
                </a:solidFill>
                <a:effectLst/>
                <a:uFillTx/>
                <a:latin typeface="Century Gothic"/>
              </a:rPr>
              <a:t>Mean Recall: 38.01%</a:t>
            </a:r>
            <a:endParaRPr lang="en-US" sz="1800" b="0" u="none" strike="noStrike">
              <a:solidFill>
                <a:srgbClr val="000000"/>
              </a:solidFill>
              <a:effectLst/>
              <a:uFillTx/>
              <a:latin typeface="Arial"/>
            </a:endParaRPr>
          </a:p>
          <a:p>
            <a:pPr marL="343080" indent="-343080" defTabSz="457200">
              <a:lnSpc>
                <a:spcPct val="100000"/>
              </a:lnSpc>
              <a:spcBef>
                <a:spcPts val="1001"/>
              </a:spcBef>
              <a:buClr>
                <a:srgbClr val="a53010"/>
              </a:buClr>
              <a:buFont typeface="Wingdings 3" charset="2"/>
              <a:buChar char=""/>
            </a:pPr>
            <a:r>
              <a:rPr lang="en-US" sz="1800" b="0" u="none" strike="noStrike">
                <a:solidFill>
                  <a:schemeClr val="dk1">
                    <a:lumMod val="75000"/>
                    <a:lumOff val="25000"/>
                  </a:schemeClr>
                </a:solidFill>
                <a:effectLst/>
                <a:uFillTx/>
                <a:latin typeface="Century Gothic"/>
              </a:rPr>
              <a:t>Mean Precision: 37.89%</a:t>
            </a: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5" name="PlaceHolder 1"/>
          <p:cNvSpPr>
            <a:spLocks noGrp="1"/>
          </p:cNvSpPr>
          <p:nvPr>
            <p:ph type="title"/>
          </p:nvPr>
        </p:nvSpPr>
        <p:spPr>
          <a:xfrm>
            <a:off x="2593080" y="624240"/>
            <a:ext cx="8910360" cy="1279440"/>
          </a:xfrm>
          <a:prstGeom prst="rect">
            <a:avLst/>
          </a:prstGeom>
          <a:noFill/>
          <a:ln w="0">
            <a:noFill/>
          </a:ln>
        </p:spPr>
        <p:txBody>
          <a:bodyPr lIns="91440" rIns="91440" tIns="45720" bIns="45720" anchor="t">
            <a:noAutofit/>
          </a:bodyPr>
          <a:p>
            <a:pPr indent="0" algn="ctr" defTabSz="457200">
              <a:lnSpc>
                <a:spcPct val="100000"/>
              </a:lnSpc>
              <a:buNone/>
              <a:tabLst>
                <a:tab algn="l" pos="0"/>
              </a:tabLst>
            </a:pPr>
            <a:r>
              <a:rPr lang="en-US" sz="3600" b="0" u="none" strike="noStrike">
                <a:solidFill>
                  <a:schemeClr val="dk1">
                    <a:lumMod val="85000"/>
                    <a:lumOff val="15000"/>
                  </a:schemeClr>
                </a:solidFill>
                <a:effectLst/>
                <a:uFillTx/>
                <a:latin typeface="Century Gothic"/>
              </a:rPr>
              <a:t>Model C: Architecture</a:t>
            </a:r>
            <a:endParaRPr lang="en-US" sz="3600" b="0" u="none" strike="noStrike">
              <a:solidFill>
                <a:srgbClr val="000000"/>
              </a:solidFill>
              <a:effectLst/>
              <a:uFillTx/>
              <a:latin typeface="Arial"/>
            </a:endParaRPr>
          </a:p>
        </p:txBody>
      </p:sp>
      <p:sp>
        <p:nvSpPr>
          <p:cNvPr id="596" name="PlaceHolder 2"/>
          <p:cNvSpPr>
            <a:spLocks noGrp="1"/>
          </p:cNvSpPr>
          <p:nvPr>
            <p:ph/>
          </p:nvPr>
        </p:nvSpPr>
        <p:spPr>
          <a:xfrm>
            <a:off x="2589120" y="2097720"/>
            <a:ext cx="8913960" cy="3884760"/>
          </a:xfrm>
          <a:prstGeom prst="rect">
            <a:avLst/>
          </a:prstGeom>
          <a:noFill/>
          <a:ln w="0">
            <a:noFill/>
          </a:ln>
        </p:spPr>
        <p:txBody>
          <a:bodyPr lIns="91440" rIns="91440" tIns="45720" bIns="45720" anchor="t">
            <a:noAutofit/>
          </a:bodyPr>
          <a:p>
            <a:pPr marL="343080" indent="0" defTabSz="457200">
              <a:lnSpc>
                <a:spcPct val="100000"/>
              </a:lnSpc>
              <a:spcBef>
                <a:spcPts val="1191"/>
              </a:spcBef>
              <a:spcAft>
                <a:spcPts val="992"/>
              </a:spcAft>
              <a:buNone/>
              <a:tabLst>
                <a:tab algn="l" pos="0"/>
              </a:tabLst>
            </a:pPr>
            <a:r>
              <a:rPr lang="en-US" sz="1400" b="0" u="none" strike="noStrike">
                <a:solidFill>
                  <a:schemeClr val="dk1">
                    <a:lumMod val="75000"/>
                    <a:lumOff val="25000"/>
                  </a:schemeClr>
                </a:solidFill>
                <a:effectLst/>
                <a:uFillTx/>
                <a:latin typeface="Century Gothic"/>
              </a:rPr>
              <a:t>The network gradually reduces the number of neurons in each hidden layer (256 → 256 → 128 → 64), forming a deep and narrow structure that compresses information progressively. ReLU was used in all hidden layers for simplicity and effective gradient propagation. The final layer has 13 neurons with Softmax for multi-class classification. The model was trained with the Adam optimizer using a learning rate of 1e-4 and categorical cross-entropy loss. A batch size of 64 was chosen to provide stable training and good validation results.</a:t>
            </a:r>
            <a:endParaRPr lang="en-US" sz="1400" b="0" u="none" strike="noStrike">
              <a:solidFill>
                <a:srgbClr val="000000"/>
              </a:solidFill>
              <a:effectLst/>
              <a:uFillTx/>
              <a:latin typeface="Arial"/>
            </a:endParaRPr>
          </a:p>
          <a:p>
            <a:pPr marL="343080" indent="0" defTabSz="457200">
              <a:lnSpc>
                <a:spcPct val="100000"/>
              </a:lnSpc>
              <a:spcBef>
                <a:spcPts val="1001"/>
              </a:spcBef>
              <a:buNone/>
              <a:tabLst>
                <a:tab algn="l" pos="0"/>
              </a:tabLst>
            </a:pPr>
            <a:r>
              <a:rPr lang="en-US" sz="1800" b="0" u="none" strike="noStrike">
                <a:solidFill>
                  <a:schemeClr val="dk1">
                    <a:lumMod val="75000"/>
                    <a:lumOff val="25000"/>
                  </a:schemeClr>
                </a:solidFill>
                <a:effectLst/>
                <a:uFillTx/>
                <a:latin typeface="Century Gothic"/>
              </a:rPr>
              <a:t> </a:t>
            </a: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7" name="PlaceHolder 1"/>
          <p:cNvSpPr>
            <a:spLocks noGrp="1"/>
          </p:cNvSpPr>
          <p:nvPr>
            <p:ph type="title"/>
          </p:nvPr>
        </p:nvSpPr>
        <p:spPr>
          <a:xfrm>
            <a:off x="2593080" y="624240"/>
            <a:ext cx="8910360" cy="1279440"/>
          </a:xfrm>
          <a:prstGeom prst="rect">
            <a:avLst/>
          </a:prstGeom>
          <a:noFill/>
          <a:ln w="0">
            <a:noFill/>
          </a:ln>
        </p:spPr>
        <p:txBody>
          <a:bodyPr lIns="91440" rIns="91440" tIns="45720" bIns="45720" anchor="t">
            <a:noAutofit/>
          </a:bodyPr>
          <a:p>
            <a:pPr indent="0" defTabSz="457200">
              <a:lnSpc>
                <a:spcPct val="100000"/>
              </a:lnSpc>
              <a:buNone/>
              <a:tabLst>
                <a:tab algn="l" pos="0"/>
              </a:tabLst>
            </a:pPr>
            <a:r>
              <a:rPr lang="en-US" sz="3600" b="0" u="none" strike="noStrike">
                <a:solidFill>
                  <a:schemeClr val="dk1">
                    <a:lumMod val="85000"/>
                    <a:lumOff val="15000"/>
                  </a:schemeClr>
                </a:solidFill>
                <a:effectLst/>
                <a:uFillTx/>
                <a:latin typeface="Century Gothic"/>
              </a:rPr>
              <a:t>Comparative Analysis (Ablation Results)</a:t>
            </a:r>
            <a:endParaRPr lang="en-US" sz="3600" b="0" u="none" strike="noStrike">
              <a:solidFill>
                <a:srgbClr val="000000"/>
              </a:solidFill>
              <a:effectLst/>
              <a:uFillTx/>
              <a:latin typeface="Arial"/>
            </a:endParaRPr>
          </a:p>
        </p:txBody>
      </p:sp>
      <p:graphicFrame>
        <p:nvGraphicFramePr>
          <p:cNvPr id="598" name="Table 3"/>
          <p:cNvGraphicFramePr/>
          <p:nvPr/>
        </p:nvGraphicFramePr>
        <p:xfrm>
          <a:off x="2593080" y="2386440"/>
          <a:ext cx="8687160" cy="2438280"/>
        </p:xfrm>
        <a:graphic>
          <a:graphicData uri="http://schemas.openxmlformats.org/drawingml/2006/table">
            <a:tbl>
              <a:tblPr/>
              <a:tblGrid>
                <a:gridCol w="1447920"/>
                <a:gridCol w="1447920"/>
                <a:gridCol w="1447920"/>
                <a:gridCol w="1447920"/>
                <a:gridCol w="1447920"/>
                <a:gridCol w="1447920"/>
              </a:tblGrid>
              <a:tr h="890640">
                <a:tc>
                  <a:txBody>
                    <a:bodyPr anchor="t">
                      <a:noAutofit/>
                    </a:bodyPr>
                    <a:p>
                      <a:pPr algn="ctr" defTabSz="457200">
                        <a:lnSpc>
                          <a:spcPct val="100000"/>
                        </a:lnSpc>
                      </a:pPr>
                      <a:r>
                        <a:rPr lang="en-US" sz="1800" b="1" u="none" strike="noStrike">
                          <a:solidFill>
                            <a:schemeClr val="lt1"/>
                          </a:solidFill>
                          <a:effectLst/>
                          <a:uFillTx/>
                          <a:latin typeface="Century Gothic"/>
                        </a:rPr>
                        <a:t>Model</a:t>
                      </a:r>
                      <a:endParaRPr lang="en-US" sz="1800" b="0" u="none" strike="noStrike">
                        <a:solidFill>
                          <a:srgbClr val="ffffff"/>
                        </a:solidFill>
                        <a:effectLst/>
                        <a:uFillTx/>
                        <a:latin typeface="Arial"/>
                      </a:endParaRPr>
                    </a:p>
                  </a:txBody>
                  <a:tcPr anchor="t" marL="91440" marR="91440" marT="45720" marB="45720">
                    <a:lnL w="12240">
                      <a:solidFill>
                        <a:srgbClr val="000000"/>
                      </a:solidFill>
                      <a:prstDash val="solid"/>
                    </a:lnL>
                    <a:lnR w="12240">
                      <a:solidFill>
                        <a:srgbClr val="ffffff"/>
                      </a:solidFill>
                      <a:prstDash val="solid"/>
                    </a:lnR>
                    <a:lnT w="12240">
                      <a:solidFill>
                        <a:srgbClr val="000000"/>
                      </a:solidFill>
                      <a:prstDash val="solid"/>
                    </a:lnT>
                    <a:lnB w="38160">
                      <a:solidFill>
                        <a:srgbClr val="ffffff"/>
                      </a:solidFill>
                      <a:prstDash val="solid"/>
                    </a:lnB>
                    <a:solidFill>
                      <a:schemeClr val="accent3">
                        <a:lumMod val="75000"/>
                      </a:schemeClr>
                    </a:solidFill>
                  </a:tcPr>
                </a:tc>
                <a:tc>
                  <a:txBody>
                    <a:bodyPr anchor="t">
                      <a:noAutofit/>
                    </a:bodyPr>
                    <a:p>
                      <a:pPr algn="ctr" defTabSz="457200">
                        <a:lnSpc>
                          <a:spcPct val="100000"/>
                        </a:lnSpc>
                      </a:pPr>
                      <a:r>
                        <a:rPr lang="en-US" sz="1800" b="1" u="none" strike="noStrike">
                          <a:solidFill>
                            <a:schemeClr val="lt1"/>
                          </a:solidFill>
                          <a:effectLst/>
                          <a:uFillTx/>
                          <a:latin typeface="Century Gothic"/>
                        </a:rPr>
                        <a:t>Batch Size</a:t>
                      </a:r>
                      <a:endParaRPr lang="en-US" sz="18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000000"/>
                      </a:solidFill>
                      <a:prstDash val="solid"/>
                    </a:lnT>
                    <a:lnB w="38160">
                      <a:solidFill>
                        <a:srgbClr val="ffffff"/>
                      </a:solidFill>
                      <a:prstDash val="solid"/>
                    </a:lnB>
                    <a:solidFill>
                      <a:schemeClr val="accent3">
                        <a:lumMod val="75000"/>
                      </a:schemeClr>
                    </a:solidFill>
                  </a:tcPr>
                </a:tc>
                <a:tc>
                  <a:txBody>
                    <a:bodyPr anchor="t">
                      <a:noAutofit/>
                    </a:bodyPr>
                    <a:p>
                      <a:pPr algn="ctr" defTabSz="457200">
                        <a:lnSpc>
                          <a:spcPct val="100000"/>
                        </a:lnSpc>
                      </a:pPr>
                      <a:r>
                        <a:rPr lang="en-US" sz="1800" b="1" u="none" strike="noStrike">
                          <a:solidFill>
                            <a:schemeClr val="lt1"/>
                          </a:solidFill>
                          <a:effectLst/>
                          <a:uFillTx/>
                          <a:latin typeface="Century Gothic"/>
                        </a:rPr>
                        <a:t>Learning Rate</a:t>
                      </a:r>
                      <a:endParaRPr lang="en-US" sz="18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000000"/>
                      </a:solidFill>
                      <a:prstDash val="solid"/>
                    </a:lnT>
                    <a:lnB w="38160">
                      <a:solidFill>
                        <a:srgbClr val="ffffff"/>
                      </a:solidFill>
                      <a:prstDash val="solid"/>
                    </a:lnB>
                    <a:solidFill>
                      <a:schemeClr val="accent3">
                        <a:lumMod val="75000"/>
                      </a:schemeClr>
                    </a:solidFill>
                  </a:tcPr>
                </a:tc>
                <a:tc>
                  <a:txBody>
                    <a:bodyPr anchor="t">
                      <a:noAutofit/>
                    </a:bodyPr>
                    <a:p>
                      <a:pPr algn="ctr" defTabSz="457200">
                        <a:lnSpc>
                          <a:spcPct val="100000"/>
                        </a:lnSpc>
                      </a:pPr>
                      <a:r>
                        <a:rPr lang="en-US" sz="1800" b="1" u="none" strike="noStrike">
                          <a:solidFill>
                            <a:schemeClr val="lt1"/>
                          </a:solidFill>
                          <a:effectLst/>
                          <a:uFillTx/>
                          <a:latin typeface="Century Gothic"/>
                        </a:rPr>
                        <a:t>Accuracy</a:t>
                      </a:r>
                      <a:endParaRPr lang="en-US" sz="18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000000"/>
                      </a:solidFill>
                      <a:prstDash val="solid"/>
                    </a:lnT>
                    <a:lnB w="38160">
                      <a:solidFill>
                        <a:srgbClr val="ffffff"/>
                      </a:solidFill>
                      <a:prstDash val="solid"/>
                    </a:lnB>
                    <a:solidFill>
                      <a:schemeClr val="accent3">
                        <a:lumMod val="75000"/>
                      </a:schemeClr>
                    </a:solidFill>
                  </a:tcPr>
                </a:tc>
                <a:tc>
                  <a:txBody>
                    <a:bodyPr anchor="t">
                      <a:noAutofit/>
                    </a:bodyPr>
                    <a:p>
                      <a:pPr algn="ctr" defTabSz="457200">
                        <a:lnSpc>
                          <a:spcPct val="100000"/>
                        </a:lnSpc>
                      </a:pPr>
                      <a:r>
                        <a:rPr lang="en-US" sz="1800" b="1" u="none" strike="noStrike">
                          <a:solidFill>
                            <a:schemeClr val="lt1"/>
                          </a:solidFill>
                          <a:effectLst/>
                          <a:uFillTx/>
                          <a:latin typeface="Century Gothic"/>
                        </a:rPr>
                        <a:t>Precision</a:t>
                      </a:r>
                      <a:endParaRPr lang="en-US" sz="18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000000"/>
                      </a:solidFill>
                      <a:prstDash val="solid"/>
                    </a:lnT>
                    <a:lnB w="38160">
                      <a:solidFill>
                        <a:srgbClr val="ffffff"/>
                      </a:solidFill>
                      <a:prstDash val="solid"/>
                    </a:lnB>
                    <a:solidFill>
                      <a:schemeClr val="accent3">
                        <a:lumMod val="75000"/>
                      </a:schemeClr>
                    </a:solidFill>
                  </a:tcPr>
                </a:tc>
                <a:tc>
                  <a:txBody>
                    <a:bodyPr anchor="t">
                      <a:noAutofit/>
                    </a:bodyPr>
                    <a:p>
                      <a:pPr algn="ctr" defTabSz="457200">
                        <a:lnSpc>
                          <a:spcPct val="100000"/>
                        </a:lnSpc>
                      </a:pPr>
                      <a:r>
                        <a:rPr lang="en-US" sz="1800" b="1" u="none" strike="noStrike">
                          <a:solidFill>
                            <a:schemeClr val="lt1"/>
                          </a:solidFill>
                          <a:effectLst/>
                          <a:uFillTx/>
                          <a:latin typeface="Century Gothic"/>
                        </a:rPr>
                        <a:t>Recall</a:t>
                      </a:r>
                      <a:endParaRPr lang="en-US" sz="18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000000"/>
                      </a:solidFill>
                      <a:prstDash val="solid"/>
                    </a:lnR>
                    <a:lnT w="12240">
                      <a:solidFill>
                        <a:srgbClr val="000000"/>
                      </a:solidFill>
                      <a:prstDash val="solid"/>
                    </a:lnT>
                    <a:lnB w="38160">
                      <a:solidFill>
                        <a:srgbClr val="ffffff"/>
                      </a:solidFill>
                      <a:prstDash val="solid"/>
                    </a:lnB>
                    <a:solidFill>
                      <a:schemeClr val="accent3">
                        <a:lumMod val="75000"/>
                      </a:schemeClr>
                    </a:solidFill>
                  </a:tcPr>
                </a:tc>
              </a:tr>
              <a:tr h="515880">
                <a:tc>
                  <a:txBody>
                    <a:bodyPr anchor="t">
                      <a:noAutofit/>
                    </a:bodyPr>
                    <a:p>
                      <a:pPr algn="ctr" defTabSz="457200">
                        <a:lnSpc>
                          <a:spcPct val="100000"/>
                        </a:lnSpc>
                      </a:pPr>
                      <a:r>
                        <a:rPr lang="en-US" sz="1800" b="0" u="none" strike="noStrike">
                          <a:solidFill>
                            <a:schemeClr val="dk1"/>
                          </a:solidFill>
                          <a:effectLst/>
                          <a:uFillTx/>
                          <a:latin typeface="Century Gothic"/>
                        </a:rPr>
                        <a:t>A</a:t>
                      </a:r>
                      <a:endParaRPr lang="en-US" sz="1800" b="0" u="none" strike="noStrike">
                        <a:solidFill>
                          <a:srgbClr val="000000"/>
                        </a:solidFill>
                        <a:effectLst/>
                        <a:uFillTx/>
                        <a:latin typeface="Arial"/>
                      </a:endParaRPr>
                    </a:p>
                  </a:txBody>
                  <a:tcPr anchor="t" marL="91440" marR="91440" marT="45720" marB="45720">
                    <a:lnL w="12240">
                      <a:solidFill>
                        <a:srgbClr val="000000"/>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3">
                        <a:lumMod val="60000"/>
                        <a:lumOff val="40000"/>
                      </a:schemeClr>
                    </a:solidFill>
                  </a:tcPr>
                </a:tc>
                <a:tc>
                  <a:txBody>
                    <a:bodyPr anchor="t">
                      <a:noAutofit/>
                    </a:bodyPr>
                    <a:p>
                      <a:pPr algn="ctr" defTabSz="457200">
                        <a:lnSpc>
                          <a:spcPct val="100000"/>
                        </a:lnSpc>
                      </a:pPr>
                      <a:r>
                        <a:rPr lang="en-US" sz="1800" b="0" u="none" strike="noStrike">
                          <a:solidFill>
                            <a:schemeClr val="dk1"/>
                          </a:solidFill>
                          <a:effectLst/>
                          <a:uFillTx/>
                          <a:latin typeface="Century Gothic"/>
                        </a:rPr>
                        <a:t>64</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3">
                        <a:lumMod val="60000"/>
                        <a:lumOff val="40000"/>
                      </a:schemeClr>
                    </a:solidFill>
                  </a:tcPr>
                </a:tc>
                <a:tc>
                  <a:txBody>
                    <a:bodyPr anchor="t">
                      <a:noAutofit/>
                    </a:bodyPr>
                    <a:p>
                      <a:pPr algn="ctr" defTabSz="457200">
                        <a:lnSpc>
                          <a:spcPct val="100000"/>
                        </a:lnSpc>
                      </a:pPr>
                      <a:r>
                        <a:rPr lang="en-US" sz="1800" b="0" u="none" strike="noStrike">
                          <a:solidFill>
                            <a:schemeClr val="dk1"/>
                          </a:solidFill>
                          <a:effectLst/>
                          <a:uFillTx/>
                          <a:latin typeface="Century Gothic"/>
                        </a:rPr>
                        <a:t>1e-4</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3">
                        <a:lumMod val="60000"/>
                        <a:lumOff val="40000"/>
                      </a:schemeClr>
                    </a:solidFill>
                  </a:tcPr>
                </a:tc>
                <a:tc>
                  <a:txBody>
                    <a:bodyPr anchor="t">
                      <a:noAutofit/>
                    </a:bodyPr>
                    <a:p>
                      <a:pPr algn="ctr" defTabSz="457200">
                        <a:lnSpc>
                          <a:spcPct val="100000"/>
                        </a:lnSpc>
                      </a:pPr>
                      <a:r>
                        <a:rPr lang="en-US" sz="1800" b="0" u="none" strike="noStrike">
                          <a:solidFill>
                            <a:schemeClr val="dk1"/>
                          </a:solidFill>
                          <a:effectLst/>
                          <a:uFillTx/>
                          <a:latin typeface="Century Gothic"/>
                        </a:rPr>
                        <a:t>47.36%</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3">
                        <a:lumMod val="60000"/>
                        <a:lumOff val="40000"/>
                      </a:schemeClr>
                    </a:solidFill>
                  </a:tcPr>
                </a:tc>
                <a:tc>
                  <a:txBody>
                    <a:bodyPr anchor="t">
                      <a:noAutofit/>
                    </a:bodyPr>
                    <a:p>
                      <a:pPr algn="ctr" defTabSz="457200">
                        <a:lnSpc>
                          <a:spcPct val="100000"/>
                        </a:lnSpc>
                      </a:pPr>
                      <a:r>
                        <a:rPr lang="en-US" sz="1800" b="0" u="none" strike="noStrike">
                          <a:solidFill>
                            <a:schemeClr val="dk1"/>
                          </a:solidFill>
                          <a:effectLst/>
                          <a:uFillTx/>
                          <a:latin typeface="Century Gothic"/>
                        </a:rPr>
                        <a:t>42.26%</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3">
                        <a:lumMod val="60000"/>
                        <a:lumOff val="40000"/>
                      </a:schemeClr>
                    </a:solidFill>
                  </a:tcPr>
                </a:tc>
                <a:tc>
                  <a:txBody>
                    <a:bodyPr anchor="t">
                      <a:noAutofit/>
                    </a:bodyPr>
                    <a:p>
                      <a:pPr algn="ctr" defTabSz="457200">
                        <a:lnSpc>
                          <a:spcPct val="100000"/>
                        </a:lnSpc>
                      </a:pPr>
                      <a:r>
                        <a:rPr lang="en-US" sz="1800" b="0" u="none" strike="noStrike">
                          <a:solidFill>
                            <a:schemeClr val="dk1"/>
                          </a:solidFill>
                          <a:effectLst/>
                          <a:uFillTx/>
                          <a:latin typeface="Century Gothic"/>
                        </a:rPr>
                        <a:t>38.65%</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000000"/>
                      </a:solidFill>
                      <a:prstDash val="solid"/>
                    </a:lnR>
                    <a:lnT w="12240">
                      <a:solidFill>
                        <a:srgbClr val="ffffff"/>
                      </a:solidFill>
                      <a:prstDash val="solid"/>
                    </a:lnT>
                    <a:lnB w="12240">
                      <a:solidFill>
                        <a:srgbClr val="ffffff"/>
                      </a:solidFill>
                      <a:prstDash val="solid"/>
                    </a:lnB>
                    <a:solidFill>
                      <a:schemeClr val="accent3">
                        <a:lumMod val="60000"/>
                        <a:lumOff val="40000"/>
                      </a:schemeClr>
                    </a:solidFill>
                  </a:tcPr>
                </a:tc>
              </a:tr>
              <a:tr h="515880">
                <a:tc>
                  <a:txBody>
                    <a:bodyPr anchor="t">
                      <a:noAutofit/>
                    </a:bodyPr>
                    <a:p>
                      <a:pPr algn="ctr" defTabSz="457200">
                        <a:lnSpc>
                          <a:spcPct val="100000"/>
                        </a:lnSpc>
                      </a:pPr>
                      <a:r>
                        <a:rPr lang="en-US" sz="1800" b="0" u="none" strike="noStrike">
                          <a:solidFill>
                            <a:schemeClr val="dk1"/>
                          </a:solidFill>
                          <a:effectLst/>
                          <a:uFillTx/>
                          <a:latin typeface="Century Gothic"/>
                        </a:rPr>
                        <a:t>B</a:t>
                      </a:r>
                      <a:endParaRPr lang="en-US" sz="1800" b="0" u="none" strike="noStrike">
                        <a:solidFill>
                          <a:srgbClr val="000000"/>
                        </a:solidFill>
                        <a:effectLst/>
                        <a:uFillTx/>
                        <a:latin typeface="Arial"/>
                      </a:endParaRPr>
                    </a:p>
                  </a:txBody>
                  <a:tcPr anchor="t" marL="91440" marR="91440" marT="45720" marB="45720">
                    <a:lnL w="12240">
                      <a:solidFill>
                        <a:srgbClr val="000000"/>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3">
                        <a:lumMod val="60000"/>
                        <a:lumOff val="40000"/>
                      </a:schemeClr>
                    </a:solidFill>
                  </a:tcPr>
                </a:tc>
                <a:tc>
                  <a:txBody>
                    <a:bodyPr anchor="t">
                      <a:noAutofit/>
                    </a:bodyPr>
                    <a:p>
                      <a:pPr algn="ctr" defTabSz="457200">
                        <a:lnSpc>
                          <a:spcPct val="100000"/>
                        </a:lnSpc>
                      </a:pPr>
                      <a:r>
                        <a:rPr lang="en-US" sz="1800" b="0" u="none" strike="noStrike">
                          <a:solidFill>
                            <a:schemeClr val="dk1"/>
                          </a:solidFill>
                          <a:effectLst/>
                          <a:uFillTx/>
                          <a:latin typeface="Century Gothic"/>
                        </a:rPr>
                        <a:t>16</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3">
                        <a:lumMod val="60000"/>
                        <a:lumOff val="40000"/>
                      </a:schemeClr>
                    </a:solidFill>
                  </a:tcPr>
                </a:tc>
                <a:tc>
                  <a:txBody>
                    <a:bodyPr anchor="t">
                      <a:noAutofit/>
                    </a:bodyPr>
                    <a:p>
                      <a:pPr algn="ctr" defTabSz="457200">
                        <a:lnSpc>
                          <a:spcPct val="100000"/>
                        </a:lnSpc>
                      </a:pPr>
                      <a:r>
                        <a:rPr lang="en-US" sz="1800" b="0" u="none" strike="noStrike">
                          <a:solidFill>
                            <a:schemeClr val="dk1"/>
                          </a:solidFill>
                          <a:effectLst/>
                          <a:uFillTx/>
                          <a:latin typeface="Century Gothic"/>
                        </a:rPr>
                        <a:t>5e-5</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3">
                        <a:lumMod val="60000"/>
                        <a:lumOff val="40000"/>
                      </a:schemeClr>
                    </a:solidFill>
                  </a:tcPr>
                </a:tc>
                <a:tc>
                  <a:txBody>
                    <a:bodyPr anchor="t">
                      <a:noAutofit/>
                    </a:bodyPr>
                    <a:p>
                      <a:pPr algn="ctr" defTabSz="457200">
                        <a:lnSpc>
                          <a:spcPct val="100000"/>
                        </a:lnSpc>
                      </a:pPr>
                      <a:r>
                        <a:rPr lang="en-US" sz="1800" b="0" u="none" strike="noStrike">
                          <a:solidFill>
                            <a:schemeClr val="dk1"/>
                          </a:solidFill>
                          <a:effectLst/>
                          <a:uFillTx/>
                          <a:latin typeface="Century Gothic"/>
                        </a:rPr>
                        <a:t>47.78%</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3">
                        <a:lumMod val="60000"/>
                        <a:lumOff val="40000"/>
                      </a:schemeClr>
                    </a:solidFill>
                  </a:tcPr>
                </a:tc>
                <a:tc>
                  <a:txBody>
                    <a:bodyPr anchor="t">
                      <a:noAutofit/>
                    </a:bodyPr>
                    <a:p>
                      <a:pPr algn="ctr" defTabSz="457200">
                        <a:lnSpc>
                          <a:spcPct val="100000"/>
                        </a:lnSpc>
                      </a:pPr>
                      <a:r>
                        <a:rPr lang="en-US" sz="1800" b="0" u="none" strike="noStrike">
                          <a:solidFill>
                            <a:schemeClr val="dk1"/>
                          </a:solidFill>
                          <a:effectLst/>
                          <a:uFillTx/>
                          <a:latin typeface="Century Gothic"/>
                        </a:rPr>
                        <a:t>45.04%</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3">
                        <a:lumMod val="60000"/>
                        <a:lumOff val="40000"/>
                      </a:schemeClr>
                    </a:solidFill>
                  </a:tcPr>
                </a:tc>
                <a:tc>
                  <a:txBody>
                    <a:bodyPr anchor="t">
                      <a:noAutofit/>
                    </a:bodyPr>
                    <a:p>
                      <a:pPr algn="ctr" defTabSz="457200">
                        <a:lnSpc>
                          <a:spcPct val="100000"/>
                        </a:lnSpc>
                      </a:pPr>
                      <a:r>
                        <a:rPr lang="en-US" sz="1800" b="0" u="none" strike="noStrike">
                          <a:solidFill>
                            <a:schemeClr val="dk1"/>
                          </a:solidFill>
                          <a:effectLst/>
                          <a:uFillTx/>
                          <a:latin typeface="Century Gothic"/>
                        </a:rPr>
                        <a:t>43.86%</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000000"/>
                      </a:solidFill>
                      <a:prstDash val="solid"/>
                    </a:lnR>
                    <a:lnT w="12240">
                      <a:solidFill>
                        <a:srgbClr val="ffffff"/>
                      </a:solidFill>
                      <a:prstDash val="solid"/>
                    </a:lnT>
                    <a:lnB w="12240">
                      <a:solidFill>
                        <a:srgbClr val="ffffff"/>
                      </a:solidFill>
                      <a:prstDash val="solid"/>
                    </a:lnB>
                    <a:solidFill>
                      <a:schemeClr val="accent3">
                        <a:lumMod val="60000"/>
                        <a:lumOff val="40000"/>
                      </a:schemeClr>
                    </a:solidFill>
                  </a:tcPr>
                </a:tc>
              </a:tr>
              <a:tr h="515880">
                <a:tc>
                  <a:txBody>
                    <a:bodyPr anchor="t">
                      <a:noAutofit/>
                    </a:bodyPr>
                    <a:p>
                      <a:pPr algn="ctr" defTabSz="457200">
                        <a:lnSpc>
                          <a:spcPct val="100000"/>
                        </a:lnSpc>
                      </a:pPr>
                      <a:r>
                        <a:rPr lang="en-US" sz="1800" b="0" u="none" strike="noStrike">
                          <a:solidFill>
                            <a:schemeClr val="dk1"/>
                          </a:solidFill>
                          <a:effectLst/>
                          <a:uFillTx/>
                          <a:latin typeface="Century Gothic"/>
                        </a:rPr>
                        <a:t>C</a:t>
                      </a:r>
                      <a:endParaRPr lang="en-US" sz="1800" b="0" u="none" strike="noStrike">
                        <a:solidFill>
                          <a:srgbClr val="000000"/>
                        </a:solidFill>
                        <a:effectLst/>
                        <a:uFillTx/>
                        <a:latin typeface="Arial"/>
                      </a:endParaRPr>
                    </a:p>
                  </a:txBody>
                  <a:tcPr anchor="t" marL="91440" marR="91440" marT="45720" marB="45720">
                    <a:lnL w="12240">
                      <a:solidFill>
                        <a:srgbClr val="000000"/>
                      </a:solidFill>
                      <a:prstDash val="solid"/>
                    </a:lnL>
                    <a:lnR w="12240">
                      <a:solidFill>
                        <a:srgbClr val="ffffff"/>
                      </a:solidFill>
                      <a:prstDash val="solid"/>
                    </a:lnR>
                    <a:lnT w="12240">
                      <a:solidFill>
                        <a:srgbClr val="ffffff"/>
                      </a:solidFill>
                      <a:prstDash val="solid"/>
                    </a:lnT>
                    <a:lnB w="12240">
                      <a:solidFill>
                        <a:srgbClr val="000000"/>
                      </a:solidFill>
                      <a:prstDash val="solid"/>
                    </a:lnB>
                    <a:solidFill>
                      <a:schemeClr val="accent3">
                        <a:lumMod val="60000"/>
                        <a:lumOff val="40000"/>
                      </a:schemeClr>
                    </a:solidFill>
                  </a:tcPr>
                </a:tc>
                <a:tc>
                  <a:txBody>
                    <a:bodyPr anchor="t">
                      <a:noAutofit/>
                    </a:bodyPr>
                    <a:p>
                      <a:pPr algn="ctr">
                        <a:lnSpc>
                          <a:spcPct val="100000"/>
                        </a:lnSpc>
                      </a:pPr>
                      <a:r>
                        <a:rPr lang="en-US" sz="1800" b="0" u="none" strike="noStrike">
                          <a:solidFill>
                            <a:schemeClr val="dk1"/>
                          </a:solidFill>
                          <a:effectLst/>
                          <a:uFillTx/>
                          <a:latin typeface="Century Gothic"/>
                        </a:rPr>
                        <a:t>64</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000000"/>
                      </a:solidFill>
                      <a:prstDash val="solid"/>
                    </a:lnB>
                    <a:solidFill>
                      <a:schemeClr val="accent3">
                        <a:lumMod val="60000"/>
                        <a:lumOff val="40000"/>
                      </a:schemeClr>
                    </a:solidFill>
                  </a:tcPr>
                </a:tc>
                <a:tc>
                  <a:txBody>
                    <a:bodyPr anchor="t">
                      <a:noAutofit/>
                    </a:bodyPr>
                    <a:p>
                      <a:pPr algn="ctr">
                        <a:lnSpc>
                          <a:spcPct val="100000"/>
                        </a:lnSpc>
                      </a:pPr>
                      <a:r>
                        <a:rPr lang="en-US" sz="1800" b="0" u="none" strike="noStrike">
                          <a:solidFill>
                            <a:schemeClr val="dk1"/>
                          </a:solidFill>
                          <a:effectLst/>
                          <a:uFillTx/>
                          <a:latin typeface="Century Gothic"/>
                        </a:rPr>
                        <a:t>1e-4</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000000"/>
                      </a:solidFill>
                      <a:prstDash val="solid"/>
                    </a:lnB>
                    <a:solidFill>
                      <a:schemeClr val="accent3">
                        <a:lumMod val="60000"/>
                        <a:lumOff val="40000"/>
                      </a:schemeClr>
                    </a:solidFill>
                  </a:tcPr>
                </a:tc>
                <a:tc>
                  <a:txBody>
                    <a:bodyPr anchor="t">
                      <a:noAutofit/>
                    </a:bodyPr>
                    <a:p>
                      <a:pPr algn="ctr" defTabSz="457200">
                        <a:lnSpc>
                          <a:spcPct val="100000"/>
                        </a:lnSpc>
                      </a:pPr>
                      <a:r>
                        <a:rPr lang="en-US" sz="1800" b="0" u="none" strike="noStrike">
                          <a:solidFill>
                            <a:schemeClr val="dk1"/>
                          </a:solidFill>
                          <a:effectLst/>
                          <a:uFillTx/>
                          <a:latin typeface="Century Gothic"/>
                        </a:rPr>
                        <a:t>43.62%</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000000"/>
                      </a:solidFill>
                      <a:prstDash val="solid"/>
                    </a:lnB>
                    <a:solidFill>
                      <a:schemeClr val="accent3">
                        <a:lumMod val="60000"/>
                        <a:lumOff val="40000"/>
                      </a:schemeClr>
                    </a:solidFill>
                  </a:tcPr>
                </a:tc>
                <a:tc>
                  <a:txBody>
                    <a:bodyPr anchor="t">
                      <a:noAutofit/>
                    </a:bodyPr>
                    <a:p>
                      <a:pPr algn="ctr">
                        <a:lnSpc>
                          <a:spcPct val="100000"/>
                        </a:lnSpc>
                      </a:pPr>
                      <a:r>
                        <a:rPr lang="en-US" sz="1800" b="0" u="none" strike="noStrike">
                          <a:solidFill>
                            <a:schemeClr val="dk1"/>
                          </a:solidFill>
                          <a:effectLst/>
                          <a:uFillTx/>
                          <a:latin typeface="Century Gothic"/>
                        </a:rPr>
                        <a:t>38.01%</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000000"/>
                      </a:solidFill>
                      <a:prstDash val="solid"/>
                    </a:lnB>
                    <a:solidFill>
                      <a:schemeClr val="accent3">
                        <a:lumMod val="60000"/>
                        <a:lumOff val="40000"/>
                      </a:schemeClr>
                    </a:solidFill>
                  </a:tcPr>
                </a:tc>
                <a:tc>
                  <a:txBody>
                    <a:bodyPr anchor="t">
                      <a:noAutofit/>
                    </a:bodyPr>
                    <a:p>
                      <a:pPr algn="ctr">
                        <a:lnSpc>
                          <a:spcPct val="100000"/>
                        </a:lnSpc>
                      </a:pPr>
                      <a:r>
                        <a:rPr lang="en-US" sz="1800" b="0" u="none" strike="noStrike">
                          <a:solidFill>
                            <a:schemeClr val="dk1"/>
                          </a:solidFill>
                          <a:effectLst/>
                          <a:uFillTx/>
                          <a:latin typeface="Century Gothic"/>
                        </a:rPr>
                        <a:t>37.89%</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000000"/>
                      </a:solidFill>
                      <a:prstDash val="solid"/>
                    </a:lnR>
                    <a:lnT w="12240">
                      <a:solidFill>
                        <a:srgbClr val="ffffff"/>
                      </a:solidFill>
                      <a:prstDash val="solid"/>
                    </a:lnT>
                    <a:lnB w="12240">
                      <a:solidFill>
                        <a:srgbClr val="000000"/>
                      </a:solidFill>
                      <a:prstDash val="solid"/>
                    </a:lnB>
                    <a:solidFill>
                      <a:schemeClr val="accent3">
                        <a:lumMod val="60000"/>
                        <a:lumOff val="40000"/>
                      </a:schemeClr>
                    </a:solidFill>
                  </a:tcPr>
                </a:tc>
              </a:tr>
            </a:tbl>
          </a:graphicData>
        </a:graphic>
      </p:graphicFrame>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9" name="PlaceHolder 1"/>
          <p:cNvSpPr>
            <a:spLocks noGrp="1"/>
          </p:cNvSpPr>
          <p:nvPr>
            <p:ph type="title"/>
          </p:nvPr>
        </p:nvSpPr>
        <p:spPr>
          <a:xfrm>
            <a:off x="2593080" y="624240"/>
            <a:ext cx="8910360" cy="1279440"/>
          </a:xfrm>
          <a:prstGeom prst="rect">
            <a:avLst/>
          </a:prstGeom>
          <a:noFill/>
          <a:ln w="0">
            <a:noFill/>
          </a:ln>
        </p:spPr>
        <p:txBody>
          <a:bodyPr lIns="91440" rIns="91440" tIns="45720" bIns="45720" anchor="t">
            <a:noAutofit/>
          </a:bodyPr>
          <a:p>
            <a:pPr indent="0" defTabSz="457200">
              <a:lnSpc>
                <a:spcPct val="100000"/>
              </a:lnSpc>
              <a:buNone/>
              <a:tabLst>
                <a:tab algn="l" pos="0"/>
              </a:tabLst>
            </a:pPr>
            <a:r>
              <a:rPr lang="en-US" sz="3600" b="0" u="none" strike="noStrike">
                <a:solidFill>
                  <a:schemeClr val="dk1">
                    <a:lumMod val="85000"/>
                    <a:lumOff val="15000"/>
                  </a:schemeClr>
                </a:solidFill>
                <a:effectLst/>
                <a:uFillTx/>
                <a:latin typeface="Century Gothic"/>
              </a:rPr>
              <a:t>Final Test Set Evaluation (Codabench Submission)</a:t>
            </a:r>
            <a:endParaRPr lang="en-US" sz="3600" b="0" u="none" strike="noStrike">
              <a:solidFill>
                <a:srgbClr val="000000"/>
              </a:solidFill>
              <a:effectLst/>
              <a:uFillTx/>
              <a:latin typeface="Arial"/>
            </a:endParaRPr>
          </a:p>
        </p:txBody>
      </p:sp>
      <p:sp>
        <p:nvSpPr>
          <p:cNvPr id="600" name="PlaceHolder 2"/>
          <p:cNvSpPr>
            <a:spLocks noGrp="1"/>
          </p:cNvSpPr>
          <p:nvPr>
            <p:ph/>
          </p:nvPr>
        </p:nvSpPr>
        <p:spPr>
          <a:xfrm>
            <a:off x="2589120" y="2133720"/>
            <a:ext cx="8913960" cy="3884760"/>
          </a:xfrm>
          <a:prstGeom prst="rect">
            <a:avLst/>
          </a:prstGeom>
          <a:noFill/>
          <a:ln w="0">
            <a:noFill/>
          </a:ln>
        </p:spPr>
        <p:txBody>
          <a:bodyPr lIns="91440" rIns="91440" tIns="45720" bIns="45720" anchor="t">
            <a:normAutofit/>
          </a:bodyPr>
          <a:p>
            <a:pPr marL="343080" indent="-343080" defTabSz="457200">
              <a:lnSpc>
                <a:spcPct val="100000"/>
              </a:lnSpc>
              <a:spcBef>
                <a:spcPts val="1001"/>
              </a:spcBef>
              <a:buClr>
                <a:srgbClr val="a53010"/>
              </a:buClr>
              <a:buFont typeface="Wingdings 3" charset="2"/>
              <a:buChar char=""/>
            </a:pPr>
            <a:r>
              <a:rPr lang="en-US" sz="1800" b="0" u="none" strike="noStrike">
                <a:solidFill>
                  <a:schemeClr val="dk1">
                    <a:lumMod val="75000"/>
                    <a:lumOff val="25000"/>
                  </a:schemeClr>
                </a:solidFill>
                <a:effectLst/>
                <a:uFillTx/>
                <a:latin typeface="Century Gothic"/>
              </a:rPr>
              <a:t>Selected Model: Model B</a:t>
            </a:r>
            <a:endParaRPr lang="en-US" sz="1800" b="0" u="none" strike="noStrike">
              <a:solidFill>
                <a:srgbClr val="000000"/>
              </a:solidFill>
              <a:effectLst/>
              <a:uFillTx/>
              <a:latin typeface="Arial"/>
            </a:endParaRPr>
          </a:p>
          <a:p>
            <a:pPr marL="343080" indent="-343080" defTabSz="457200">
              <a:lnSpc>
                <a:spcPct val="100000"/>
              </a:lnSpc>
              <a:spcBef>
                <a:spcPts val="1001"/>
              </a:spcBef>
              <a:buClr>
                <a:srgbClr val="a53010"/>
              </a:buClr>
              <a:buFont typeface="Wingdings 3" charset="2"/>
              <a:buChar char=""/>
            </a:pPr>
            <a:r>
              <a:rPr lang="en-US" sz="1800" b="0" u="none" strike="noStrike">
                <a:solidFill>
                  <a:schemeClr val="dk1">
                    <a:lumMod val="75000"/>
                    <a:lumOff val="25000"/>
                  </a:schemeClr>
                </a:solidFill>
                <a:effectLst/>
                <a:uFillTx/>
                <a:latin typeface="Century Gothic"/>
              </a:rPr>
              <a:t>Codabench Secret Test Set Scores:</a:t>
            </a:r>
            <a:endParaRPr lang="en-US" sz="1800" b="0" u="none" strike="noStrike">
              <a:solidFill>
                <a:srgbClr val="000000"/>
              </a:solidFill>
              <a:effectLst/>
              <a:uFillTx/>
              <a:latin typeface="Arial"/>
            </a:endParaRPr>
          </a:p>
          <a:p>
            <a:pPr marL="343080" indent="-343080" defTabSz="457200">
              <a:lnSpc>
                <a:spcPct val="100000"/>
              </a:lnSpc>
              <a:spcBef>
                <a:spcPts val="1001"/>
              </a:spcBef>
              <a:buClr>
                <a:srgbClr val="a53010"/>
              </a:buClr>
              <a:buFont typeface="Wingdings 3" charset="2"/>
              <a:buChar char=""/>
            </a:pPr>
            <a:r>
              <a:rPr lang="en-US" sz="1800" b="0" u="none" strike="noStrike">
                <a:solidFill>
                  <a:schemeClr val="dk1">
                    <a:lumMod val="75000"/>
                    <a:lumOff val="25000"/>
                  </a:schemeClr>
                </a:solidFill>
                <a:effectLst/>
                <a:uFillTx/>
                <a:latin typeface="Century Gothic"/>
              </a:rPr>
              <a:t>Accuracy: 40.21%</a:t>
            </a:r>
            <a:endParaRPr lang="en-US" sz="1800" b="0" u="none" strike="noStrike">
              <a:solidFill>
                <a:srgbClr val="000000"/>
              </a:solidFill>
              <a:effectLst/>
              <a:uFillTx/>
              <a:latin typeface="Arial"/>
            </a:endParaRPr>
          </a:p>
          <a:p>
            <a:pPr marL="343080" indent="-343080" defTabSz="457200">
              <a:lnSpc>
                <a:spcPct val="100000"/>
              </a:lnSpc>
              <a:spcBef>
                <a:spcPts val="1001"/>
              </a:spcBef>
              <a:buClr>
                <a:srgbClr val="a53010"/>
              </a:buClr>
              <a:buFont typeface="Wingdings 3" charset="2"/>
              <a:buChar char=""/>
            </a:pPr>
            <a:r>
              <a:rPr lang="en-US" sz="1800" b="0" u="none" strike="noStrike">
                <a:solidFill>
                  <a:schemeClr val="dk1">
                    <a:lumMod val="75000"/>
                    <a:lumOff val="25000"/>
                  </a:schemeClr>
                </a:solidFill>
                <a:effectLst/>
                <a:uFillTx/>
                <a:latin typeface="Century Gothic"/>
              </a:rPr>
              <a:t>Recall: 40.79%</a:t>
            </a:r>
            <a:endParaRPr lang="en-US" sz="1800" b="0" u="none" strike="noStrike">
              <a:solidFill>
                <a:srgbClr val="000000"/>
              </a:solidFill>
              <a:effectLst/>
              <a:uFillTx/>
              <a:latin typeface="Arial"/>
            </a:endParaRPr>
          </a:p>
          <a:p>
            <a:pPr marL="343080" indent="-343080" defTabSz="457200">
              <a:lnSpc>
                <a:spcPct val="100000"/>
              </a:lnSpc>
              <a:spcBef>
                <a:spcPts val="1001"/>
              </a:spcBef>
              <a:buClr>
                <a:srgbClr val="a53010"/>
              </a:buClr>
              <a:buFont typeface="Wingdings 3" charset="2"/>
              <a:buChar char=""/>
            </a:pPr>
            <a:r>
              <a:rPr lang="en-US" sz="1800" b="0" u="none" strike="noStrike">
                <a:solidFill>
                  <a:schemeClr val="dk1">
                    <a:lumMod val="75000"/>
                    <a:lumOff val="25000"/>
                  </a:schemeClr>
                </a:solidFill>
                <a:effectLst/>
                <a:uFillTx/>
                <a:latin typeface="Century Gothic"/>
              </a:rPr>
              <a:t>Precision: 39.18%</a:t>
            </a: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1" name="PlaceHolder 1"/>
          <p:cNvSpPr>
            <a:spLocks noGrp="1"/>
          </p:cNvSpPr>
          <p:nvPr>
            <p:ph type="title"/>
          </p:nvPr>
        </p:nvSpPr>
        <p:spPr>
          <a:xfrm>
            <a:off x="2593080" y="624240"/>
            <a:ext cx="8910360" cy="1279440"/>
          </a:xfrm>
          <a:prstGeom prst="rect">
            <a:avLst/>
          </a:prstGeom>
          <a:noFill/>
          <a:ln w="0">
            <a:noFill/>
          </a:ln>
        </p:spPr>
        <p:txBody>
          <a:bodyPr lIns="91440" rIns="91440" tIns="45720" bIns="45720" anchor="t">
            <a:noAutofit/>
          </a:bodyPr>
          <a:p>
            <a:pPr indent="0" defTabSz="457200">
              <a:lnSpc>
                <a:spcPct val="100000"/>
              </a:lnSpc>
              <a:buNone/>
              <a:tabLst>
                <a:tab algn="l" pos="0"/>
              </a:tabLst>
            </a:pPr>
            <a:r>
              <a:rPr lang="en-US" sz="3600" b="0" u="none" strike="noStrike">
                <a:solidFill>
                  <a:schemeClr val="dk1">
                    <a:lumMod val="85000"/>
                    <a:lumOff val="15000"/>
                  </a:schemeClr>
                </a:solidFill>
                <a:effectLst/>
                <a:uFillTx/>
                <a:latin typeface="Century Gothic"/>
              </a:rPr>
              <a:t>Conclusions &amp; Transition to Phase 2</a:t>
            </a:r>
            <a:endParaRPr lang="en-US" sz="3600" b="0" u="none" strike="noStrike">
              <a:solidFill>
                <a:srgbClr val="000000"/>
              </a:solidFill>
              <a:effectLst/>
              <a:uFillTx/>
              <a:latin typeface="Arial"/>
            </a:endParaRPr>
          </a:p>
        </p:txBody>
      </p:sp>
      <p:sp>
        <p:nvSpPr>
          <p:cNvPr id="602" name="PlaceHolder 2"/>
          <p:cNvSpPr>
            <a:spLocks noGrp="1"/>
          </p:cNvSpPr>
          <p:nvPr>
            <p:ph/>
          </p:nvPr>
        </p:nvSpPr>
        <p:spPr>
          <a:xfrm>
            <a:off x="2589120" y="2133720"/>
            <a:ext cx="8913960" cy="3884760"/>
          </a:xfrm>
          <a:prstGeom prst="rect">
            <a:avLst/>
          </a:prstGeom>
          <a:noFill/>
          <a:ln w="0">
            <a:noFill/>
          </a:ln>
        </p:spPr>
        <p:txBody>
          <a:bodyPr lIns="91440" rIns="91440" tIns="45720" bIns="45720" anchor="t">
            <a:noAutofit/>
          </a:bodyPr>
          <a:p>
            <a:pPr marL="343080" indent="-343080" defTabSz="457200">
              <a:lnSpc>
                <a:spcPct val="100000"/>
              </a:lnSpc>
              <a:spcBef>
                <a:spcPts val="1001"/>
              </a:spcBef>
              <a:buClr>
                <a:srgbClr val="a53010"/>
              </a:buClr>
              <a:buFont typeface="Wingdings 3" charset="2"/>
              <a:buChar char=""/>
            </a:pPr>
            <a:r>
              <a:rPr lang="en-US" sz="1800" b="0" u="none" strike="noStrike">
                <a:solidFill>
                  <a:schemeClr val="dk1">
                    <a:lumMod val="75000"/>
                    <a:lumOff val="25000"/>
                  </a:schemeClr>
                </a:solidFill>
                <a:effectLst/>
                <a:uFillTx/>
                <a:latin typeface="Century Gothic"/>
              </a:rPr>
              <a:t>We created three different architectures and tried different activation functions, learning rates and gained the test set metrics between</a:t>
            </a:r>
            <a:endParaRPr lang="en-US" sz="1800" b="0" u="none" strike="noStrike">
              <a:solidFill>
                <a:srgbClr val="000000"/>
              </a:solidFill>
              <a:effectLst/>
              <a:uFillTx/>
              <a:latin typeface="Arial"/>
            </a:endParaRPr>
          </a:p>
          <a:p>
            <a:pPr marL="343080" indent="-343080" defTabSz="457200">
              <a:lnSpc>
                <a:spcPct val="100000"/>
              </a:lnSpc>
              <a:spcBef>
                <a:spcPts val="1001"/>
              </a:spcBef>
              <a:buClr>
                <a:srgbClr val="a53010"/>
              </a:buClr>
              <a:buFont typeface="Wingdings 3" charset="2"/>
              <a:buChar char=""/>
            </a:pPr>
            <a:r>
              <a:rPr lang="en-US" sz="1800" b="0" u="none" strike="noStrike">
                <a:solidFill>
                  <a:schemeClr val="dk1">
                    <a:lumMod val="75000"/>
                    <a:lumOff val="25000"/>
                  </a:schemeClr>
                </a:solidFill>
                <a:effectLst/>
                <a:uFillTx/>
                <a:latin typeface="Century Gothic"/>
              </a:rPr>
              <a:t>Next Steps (CNN Challenge): Feedforward networks destroy spatial hierarchies. Implementing Convolutional Neural Networks (CNNs) will allow the model to recognize 2D spatial features and push accuracy higher.</a:t>
            </a: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Wisp">
  <a:themeElements>
    <a:clrScheme name="Wisp">
      <a:dk1>
        <a:srgbClr val="000000"/>
      </a:dk1>
      <a:lt1>
        <a:srgbClr val="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pitchFamily="0" charset="1"/>
        <a:ea typeface=""/>
        <a:cs typeface=""/>
      </a:majorFont>
      <a:minorFont>
        <a:latin typeface="Century Gothic" panose="020B0502020202020204" pitchFamily="0" charset="1"/>
        <a:ea typeface=""/>
        <a:cs typeface=""/>
      </a:minorFont>
    </a:fontScheme>
    <a:fmtScheme>
      <a:fillStyleLst>
        <a:solidFill>
          <a:schemeClr val="phClr"/>
        </a:solidFill>
        <a:solidFill>
          <a:schemeClr val="phClr">
            <a:tint val="70000"/>
            <a:lumMod val="104000"/>
          </a:schemeClr>
        </a:solidFill>
        <a:gradFill>
          <a:gsLst>
            <a:gs pos="0">
              <a:schemeClr val="phClr">
                <a:tint val="96000"/>
                <a:lumMod val="104000"/>
              </a:schemeClr>
            </a:gs>
            <a:gs pos="100000">
              <a:schemeClr val="phClr">
                <a:shade val="98000"/>
                <a:lumMod val="94000"/>
              </a:schemeClr>
            </a:gs>
          </a:gsLst>
          <a:lin ang="5400000" scaled="0"/>
          <a:tileRect l="0" t="0" r="0" b="0"/>
        </a:gradFill>
      </a:fillStyleLst>
      <a:lnStyleLst>
        <a:ln w="9525" cap="rnd" cmpd="sng" algn="ctr">
          <a:prstDash val="solid"/>
        </a:ln>
        <a:ln w="15875" cap="rnd" cmpd="sng" algn="ctr">
          <a:prstDash val="solid"/>
        </a:ln>
        <a:ln w="22225"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20000"/>
              </a:schemeClr>
            </a:gs>
            <a:gs pos="100000">
              <a:schemeClr val="phClr">
                <a:shade val="98000"/>
                <a:lumMod val="98000"/>
              </a:schemeClr>
            </a:gs>
          </a:gsLst>
          <a:lin ang="5400000" scaled="0"/>
          <a:tileRect l="0" t="0" r="0" b="0"/>
        </a:gradFill>
        <a:gradFill>
          <a:gsLst>
            <a:gs pos="0">
              <a:schemeClr val="phClr">
                <a:tint val="90000"/>
                <a:lumMod val="120000"/>
              </a:schemeClr>
            </a:gs>
            <a:gs pos="100000">
              <a:schemeClr val="phClr">
                <a:shade val="98000"/>
                <a:lumMod val="98000"/>
              </a:schemeClr>
            </a:gs>
          </a:gsLst>
          <a:path path="circle">
            <a:fillToRect l="50000" t="50000" r="100000" b="100000"/>
          </a:path>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Wisp</Template>
  <TotalTime>43</TotalTime>
  <Application>LibreOffice/25.8.4.2$Linux_X86_64 LibreOffice_project/0366609b1de41a39e1896ae41e33c673f2a73802</Application>
  <AppVersion>15.0000</AppVersion>
  <Words>303</Words>
  <Paragraphs>71</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2026-02-17T18:25:40Z</dcterms:created>
  <dc:creator>Mitesh Kumar</dc:creator>
  <dc:description/>
  <dc:language>en-US</dc:language>
  <cp:lastModifiedBy/>
  <dcterms:modified xsi:type="dcterms:W3CDTF">2026-02-17T23:09:40Z</dcterms:modified>
  <cp:revision>15</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Widescreen</vt:lpwstr>
  </property>
  <property fmtid="{D5CDD505-2E9C-101B-9397-08002B2CF9AE}" pid="3" name="Slides">
    <vt:i4>10</vt:i4>
  </property>
</Properties>
</file>